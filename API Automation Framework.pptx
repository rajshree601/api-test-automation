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6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EBB3CE-85B2-2EF0-1DB4-542731A59E7E}" v="352" dt="2026-04-29T09:46:52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D348A4-4435-4710-822B-AFCF68100E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380A4A-E04B-4329-A229-ED05155C3A69}">
      <dgm:prSet/>
      <dgm:spPr/>
      <dgm:t>
        <a:bodyPr/>
        <a:lstStyle/>
        <a:p>
          <a:r>
            <a:rPr lang="en-US"/>
            <a:t>Manual API testing is time-consuming </a:t>
          </a:r>
        </a:p>
      </dgm:t>
    </dgm:pt>
    <dgm:pt modelId="{E875FD26-D782-4753-853C-116DFBD65DFD}" type="parTrans" cxnId="{352F68E5-3806-4ED6-8C9A-70198B4DFE0B}">
      <dgm:prSet/>
      <dgm:spPr/>
      <dgm:t>
        <a:bodyPr/>
        <a:lstStyle/>
        <a:p>
          <a:endParaRPr lang="en-US"/>
        </a:p>
      </dgm:t>
    </dgm:pt>
    <dgm:pt modelId="{1E0311E6-37D9-454D-BDB2-661929661C21}" type="sibTrans" cxnId="{352F68E5-3806-4ED6-8C9A-70198B4DFE0B}">
      <dgm:prSet/>
      <dgm:spPr/>
      <dgm:t>
        <a:bodyPr/>
        <a:lstStyle/>
        <a:p>
          <a:endParaRPr lang="en-US"/>
        </a:p>
      </dgm:t>
    </dgm:pt>
    <dgm:pt modelId="{0F5F7765-FD18-4496-89AE-C79D2BC9F8AE}">
      <dgm:prSet/>
      <dgm:spPr/>
      <dgm:t>
        <a:bodyPr/>
        <a:lstStyle/>
        <a:p>
          <a:r>
            <a:rPr lang="en-US"/>
            <a:t>Difficult to scale for large applications </a:t>
          </a:r>
        </a:p>
      </dgm:t>
    </dgm:pt>
    <dgm:pt modelId="{B2CD86BC-2E20-487C-9B3F-EE1C3FA8F717}" type="parTrans" cxnId="{0F32BB30-D113-4B22-A165-95F47315FDAB}">
      <dgm:prSet/>
      <dgm:spPr/>
      <dgm:t>
        <a:bodyPr/>
        <a:lstStyle/>
        <a:p>
          <a:endParaRPr lang="en-US"/>
        </a:p>
      </dgm:t>
    </dgm:pt>
    <dgm:pt modelId="{7FCB94B8-BFA7-469E-9F1A-BB972AF61065}" type="sibTrans" cxnId="{0F32BB30-D113-4B22-A165-95F47315FDAB}">
      <dgm:prSet/>
      <dgm:spPr/>
      <dgm:t>
        <a:bodyPr/>
        <a:lstStyle/>
        <a:p>
          <a:endParaRPr lang="en-US"/>
        </a:p>
      </dgm:t>
    </dgm:pt>
    <dgm:pt modelId="{2EB60140-EF2C-44E1-94EC-FAAEDACF82BC}">
      <dgm:prSet/>
      <dgm:spPr/>
      <dgm:t>
        <a:bodyPr/>
        <a:lstStyle/>
        <a:p>
          <a:r>
            <a:rPr lang="en-US"/>
            <a:t>Prone to human errors </a:t>
          </a:r>
        </a:p>
      </dgm:t>
    </dgm:pt>
    <dgm:pt modelId="{5E6438EC-1AD7-4432-B825-267958C78F8F}" type="parTrans" cxnId="{9605458F-FF48-409D-9E75-0A334492547C}">
      <dgm:prSet/>
      <dgm:spPr/>
      <dgm:t>
        <a:bodyPr/>
        <a:lstStyle/>
        <a:p>
          <a:endParaRPr lang="en-US"/>
        </a:p>
      </dgm:t>
    </dgm:pt>
    <dgm:pt modelId="{41D4C39C-FFEB-4AB2-83AA-81A8FB305512}" type="sibTrans" cxnId="{9605458F-FF48-409D-9E75-0A334492547C}">
      <dgm:prSet/>
      <dgm:spPr/>
      <dgm:t>
        <a:bodyPr/>
        <a:lstStyle/>
        <a:p>
          <a:endParaRPr lang="en-US"/>
        </a:p>
      </dgm:t>
    </dgm:pt>
    <dgm:pt modelId="{26A36602-6C34-4DAB-905B-0BE5972B43ED}">
      <dgm:prSet/>
      <dgm:spPr/>
      <dgm:t>
        <a:bodyPr/>
        <a:lstStyle/>
        <a:p>
          <a:r>
            <a:rPr lang="en-US"/>
            <a:t>Requires repetitive validation </a:t>
          </a:r>
        </a:p>
      </dgm:t>
    </dgm:pt>
    <dgm:pt modelId="{B0A79E46-0199-4E79-ACB6-FEC3972ACC6D}" type="parTrans" cxnId="{9CF338C8-9956-44E0-9421-4CEC8F947AC2}">
      <dgm:prSet/>
      <dgm:spPr/>
      <dgm:t>
        <a:bodyPr/>
        <a:lstStyle/>
        <a:p>
          <a:endParaRPr lang="en-US"/>
        </a:p>
      </dgm:t>
    </dgm:pt>
    <dgm:pt modelId="{3D32D06E-135A-4547-BB32-58DF1EBD43C0}" type="sibTrans" cxnId="{9CF338C8-9956-44E0-9421-4CEC8F947AC2}">
      <dgm:prSet/>
      <dgm:spPr/>
      <dgm:t>
        <a:bodyPr/>
        <a:lstStyle/>
        <a:p>
          <a:endParaRPr lang="en-US"/>
        </a:p>
      </dgm:t>
    </dgm:pt>
    <dgm:pt modelId="{F765215B-C097-4A81-838B-0EA46A94A5AE}" type="pres">
      <dgm:prSet presAssocID="{82D348A4-4435-4710-822B-AFCF68100E60}" presName="linear" presStyleCnt="0">
        <dgm:presLayoutVars>
          <dgm:animLvl val="lvl"/>
          <dgm:resizeHandles val="exact"/>
        </dgm:presLayoutVars>
      </dgm:prSet>
      <dgm:spPr/>
    </dgm:pt>
    <dgm:pt modelId="{8F184E9C-38D4-46CA-9DC7-DE6F3CE64C82}" type="pres">
      <dgm:prSet presAssocID="{C2380A4A-E04B-4329-A229-ED05155C3A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ABB4B3-92CF-45AF-BD20-85186177E8C9}" type="pres">
      <dgm:prSet presAssocID="{1E0311E6-37D9-454D-BDB2-661929661C21}" presName="spacer" presStyleCnt="0"/>
      <dgm:spPr/>
    </dgm:pt>
    <dgm:pt modelId="{1900BE5E-CB2B-4EA8-9478-15D44865EA27}" type="pres">
      <dgm:prSet presAssocID="{0F5F7765-FD18-4496-89AE-C79D2BC9F8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6AFFEE-B5BC-4155-96CE-1C92EC0F479E}" type="pres">
      <dgm:prSet presAssocID="{7FCB94B8-BFA7-469E-9F1A-BB972AF61065}" presName="spacer" presStyleCnt="0"/>
      <dgm:spPr/>
    </dgm:pt>
    <dgm:pt modelId="{14A8235D-2376-40DA-BBB5-CA973EC12E5C}" type="pres">
      <dgm:prSet presAssocID="{2EB60140-EF2C-44E1-94EC-FAAEDACF82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B763FB-D098-4B18-B1DA-B69FEAF9A206}" type="pres">
      <dgm:prSet presAssocID="{41D4C39C-FFEB-4AB2-83AA-81A8FB305512}" presName="spacer" presStyleCnt="0"/>
      <dgm:spPr/>
    </dgm:pt>
    <dgm:pt modelId="{07568D85-33B3-4E76-8B7E-2CC2B9979088}" type="pres">
      <dgm:prSet presAssocID="{26A36602-6C34-4DAB-905B-0BE5972B43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8F7041F-1C89-4E9B-9F8A-1CE56611628E}" type="presOf" srcId="{C2380A4A-E04B-4329-A229-ED05155C3A69}" destId="{8F184E9C-38D4-46CA-9DC7-DE6F3CE64C82}" srcOrd="0" destOrd="0" presId="urn:microsoft.com/office/officeart/2005/8/layout/vList2"/>
    <dgm:cxn modelId="{0F32BB30-D113-4B22-A165-95F47315FDAB}" srcId="{82D348A4-4435-4710-822B-AFCF68100E60}" destId="{0F5F7765-FD18-4496-89AE-C79D2BC9F8AE}" srcOrd="1" destOrd="0" parTransId="{B2CD86BC-2E20-487C-9B3F-EE1C3FA8F717}" sibTransId="{7FCB94B8-BFA7-469E-9F1A-BB972AF61065}"/>
    <dgm:cxn modelId="{90088C38-DD48-49FC-ADA4-C7106C90E917}" type="presOf" srcId="{2EB60140-EF2C-44E1-94EC-FAAEDACF82BC}" destId="{14A8235D-2376-40DA-BBB5-CA973EC12E5C}" srcOrd="0" destOrd="0" presId="urn:microsoft.com/office/officeart/2005/8/layout/vList2"/>
    <dgm:cxn modelId="{49E2AC38-0C53-4412-B345-D2F85C49F546}" type="presOf" srcId="{0F5F7765-FD18-4496-89AE-C79D2BC9F8AE}" destId="{1900BE5E-CB2B-4EA8-9478-15D44865EA27}" srcOrd="0" destOrd="0" presId="urn:microsoft.com/office/officeart/2005/8/layout/vList2"/>
    <dgm:cxn modelId="{9605458F-FF48-409D-9E75-0A334492547C}" srcId="{82D348A4-4435-4710-822B-AFCF68100E60}" destId="{2EB60140-EF2C-44E1-94EC-FAAEDACF82BC}" srcOrd="2" destOrd="0" parTransId="{5E6438EC-1AD7-4432-B825-267958C78F8F}" sibTransId="{41D4C39C-FFEB-4AB2-83AA-81A8FB305512}"/>
    <dgm:cxn modelId="{BB6E5FA9-4E1C-4C10-BB02-D9C30400BB9C}" type="presOf" srcId="{26A36602-6C34-4DAB-905B-0BE5972B43ED}" destId="{07568D85-33B3-4E76-8B7E-2CC2B9979088}" srcOrd="0" destOrd="0" presId="urn:microsoft.com/office/officeart/2005/8/layout/vList2"/>
    <dgm:cxn modelId="{9CF338C8-9956-44E0-9421-4CEC8F947AC2}" srcId="{82D348A4-4435-4710-822B-AFCF68100E60}" destId="{26A36602-6C34-4DAB-905B-0BE5972B43ED}" srcOrd="3" destOrd="0" parTransId="{B0A79E46-0199-4E79-ACB6-FEC3972ACC6D}" sibTransId="{3D32D06E-135A-4547-BB32-58DF1EBD43C0}"/>
    <dgm:cxn modelId="{7328D7D4-4AAE-41E2-BA65-A4DF8C278947}" type="presOf" srcId="{82D348A4-4435-4710-822B-AFCF68100E60}" destId="{F765215B-C097-4A81-838B-0EA46A94A5AE}" srcOrd="0" destOrd="0" presId="urn:microsoft.com/office/officeart/2005/8/layout/vList2"/>
    <dgm:cxn modelId="{352F68E5-3806-4ED6-8C9A-70198B4DFE0B}" srcId="{82D348A4-4435-4710-822B-AFCF68100E60}" destId="{C2380A4A-E04B-4329-A229-ED05155C3A69}" srcOrd="0" destOrd="0" parTransId="{E875FD26-D782-4753-853C-116DFBD65DFD}" sibTransId="{1E0311E6-37D9-454D-BDB2-661929661C21}"/>
    <dgm:cxn modelId="{B4EBF686-3584-4B12-972B-5171D4F08374}" type="presParOf" srcId="{F765215B-C097-4A81-838B-0EA46A94A5AE}" destId="{8F184E9C-38D4-46CA-9DC7-DE6F3CE64C82}" srcOrd="0" destOrd="0" presId="urn:microsoft.com/office/officeart/2005/8/layout/vList2"/>
    <dgm:cxn modelId="{67028802-1067-4C44-99F8-E2A238D36F20}" type="presParOf" srcId="{F765215B-C097-4A81-838B-0EA46A94A5AE}" destId="{22ABB4B3-92CF-45AF-BD20-85186177E8C9}" srcOrd="1" destOrd="0" presId="urn:microsoft.com/office/officeart/2005/8/layout/vList2"/>
    <dgm:cxn modelId="{FDD44995-7DE4-4AF0-9387-DDE9F384CA5F}" type="presParOf" srcId="{F765215B-C097-4A81-838B-0EA46A94A5AE}" destId="{1900BE5E-CB2B-4EA8-9478-15D44865EA27}" srcOrd="2" destOrd="0" presId="urn:microsoft.com/office/officeart/2005/8/layout/vList2"/>
    <dgm:cxn modelId="{4000A512-8997-4193-B412-ED93FEBF8B48}" type="presParOf" srcId="{F765215B-C097-4A81-838B-0EA46A94A5AE}" destId="{146AFFEE-B5BC-4155-96CE-1C92EC0F479E}" srcOrd="3" destOrd="0" presId="urn:microsoft.com/office/officeart/2005/8/layout/vList2"/>
    <dgm:cxn modelId="{8BAF31C1-EA2A-40A2-B138-3E6F0AF6ECC1}" type="presParOf" srcId="{F765215B-C097-4A81-838B-0EA46A94A5AE}" destId="{14A8235D-2376-40DA-BBB5-CA973EC12E5C}" srcOrd="4" destOrd="0" presId="urn:microsoft.com/office/officeart/2005/8/layout/vList2"/>
    <dgm:cxn modelId="{95DFC980-01A1-43E6-9C52-3D20A7608238}" type="presParOf" srcId="{F765215B-C097-4A81-838B-0EA46A94A5AE}" destId="{B8B763FB-D098-4B18-B1DA-B69FEAF9A206}" srcOrd="5" destOrd="0" presId="urn:microsoft.com/office/officeart/2005/8/layout/vList2"/>
    <dgm:cxn modelId="{273D05DB-E239-43EA-BE84-004F7C231E1D}" type="presParOf" srcId="{F765215B-C097-4A81-838B-0EA46A94A5AE}" destId="{07568D85-33B3-4E76-8B7E-2CC2B99790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71DCC4-0CE3-40A7-94B3-D7ADD5962D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89BB30-A168-4B60-B621-62E143255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Reusable Framework </a:t>
          </a:r>
        </a:p>
      </dgm:t>
    </dgm:pt>
    <dgm:pt modelId="{0C02D23D-E574-422D-942F-96D9B824908B}" type="parTrans" cxnId="{4F262989-33B1-4654-85A8-857224233E4F}">
      <dgm:prSet/>
      <dgm:spPr/>
      <dgm:t>
        <a:bodyPr/>
        <a:lstStyle/>
        <a:p>
          <a:endParaRPr lang="en-US"/>
        </a:p>
      </dgm:t>
    </dgm:pt>
    <dgm:pt modelId="{3723315E-CE71-45F8-A801-C72B0454BF9B}" type="sibTrans" cxnId="{4F262989-33B1-4654-85A8-857224233E4F}">
      <dgm:prSet/>
      <dgm:spPr/>
      <dgm:t>
        <a:bodyPr/>
        <a:lstStyle/>
        <a:p>
          <a:endParaRPr lang="en-US"/>
        </a:p>
      </dgm:t>
    </dgm:pt>
    <dgm:pt modelId="{11A7AFEA-B2DE-4AFF-9697-2D19D36627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REST API Testing</a:t>
          </a:r>
        </a:p>
      </dgm:t>
    </dgm:pt>
    <dgm:pt modelId="{97AC47F5-FAAD-4364-8C29-606BC56AF7B9}" type="parTrans" cxnId="{B951AA51-7C9C-4C40-BC95-334A3983D2A9}">
      <dgm:prSet/>
      <dgm:spPr/>
      <dgm:t>
        <a:bodyPr/>
        <a:lstStyle/>
        <a:p>
          <a:endParaRPr lang="en-US"/>
        </a:p>
      </dgm:t>
    </dgm:pt>
    <dgm:pt modelId="{35820E8C-3D97-4335-A361-FD61E634F573}" type="sibTrans" cxnId="{B951AA51-7C9C-4C40-BC95-334A3983D2A9}">
      <dgm:prSet/>
      <dgm:spPr/>
      <dgm:t>
        <a:bodyPr/>
        <a:lstStyle/>
        <a:p>
          <a:endParaRPr lang="en-US"/>
        </a:p>
      </dgm:t>
    </dgm:pt>
    <dgm:pt modelId="{29BF1A62-962F-42CF-9E59-3EA8588EA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BDD with Cucumber </a:t>
          </a:r>
        </a:p>
      </dgm:t>
    </dgm:pt>
    <dgm:pt modelId="{2F9FE893-1B4F-4784-8C69-6D808F6CEE16}" type="parTrans" cxnId="{3E7F1FEF-9C3B-4718-9425-9DDE040EAAF1}">
      <dgm:prSet/>
      <dgm:spPr/>
      <dgm:t>
        <a:bodyPr/>
        <a:lstStyle/>
        <a:p>
          <a:endParaRPr lang="en-US"/>
        </a:p>
      </dgm:t>
    </dgm:pt>
    <dgm:pt modelId="{36724446-09FC-4DC1-A14F-B11E1C0F5E03}" type="sibTrans" cxnId="{3E7F1FEF-9C3B-4718-9425-9DDE040EAAF1}">
      <dgm:prSet/>
      <dgm:spPr/>
      <dgm:t>
        <a:bodyPr/>
        <a:lstStyle/>
        <a:p>
          <a:endParaRPr lang="en-US"/>
        </a:p>
      </dgm:t>
    </dgm:pt>
    <dgm:pt modelId="{F4D60625-816F-4139-9F43-603EF807D1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&amp; Maintainable </a:t>
          </a:r>
        </a:p>
      </dgm:t>
    </dgm:pt>
    <dgm:pt modelId="{54275321-D4E2-4EE0-A748-0544124EF778}" type="parTrans" cxnId="{DC2DA124-8F21-4E3A-A404-67D264E3A53A}">
      <dgm:prSet/>
      <dgm:spPr/>
      <dgm:t>
        <a:bodyPr/>
        <a:lstStyle/>
        <a:p>
          <a:endParaRPr lang="en-US"/>
        </a:p>
      </dgm:t>
    </dgm:pt>
    <dgm:pt modelId="{E05F4906-B3C7-4E8E-AC8F-E486AFBE83B1}" type="sibTrans" cxnId="{DC2DA124-8F21-4E3A-A404-67D264E3A53A}">
      <dgm:prSet/>
      <dgm:spPr/>
      <dgm:t>
        <a:bodyPr/>
        <a:lstStyle/>
        <a:p>
          <a:endParaRPr lang="en-US"/>
        </a:p>
      </dgm:t>
    </dgm:pt>
    <dgm:pt modelId="{51A39C82-77E1-4B5D-B924-9B8F0DA51476}" type="pres">
      <dgm:prSet presAssocID="{B171DCC4-0CE3-40A7-94B3-D7ADD5962DDD}" presName="root" presStyleCnt="0">
        <dgm:presLayoutVars>
          <dgm:dir/>
          <dgm:resizeHandles val="exact"/>
        </dgm:presLayoutVars>
      </dgm:prSet>
      <dgm:spPr/>
    </dgm:pt>
    <dgm:pt modelId="{A27E7498-19D0-4847-973E-1EE879DC7CAB}" type="pres">
      <dgm:prSet presAssocID="{1489BB30-A168-4B60-B621-62E143255349}" presName="compNode" presStyleCnt="0"/>
      <dgm:spPr/>
    </dgm:pt>
    <dgm:pt modelId="{A86CC7A9-948C-4370-86ED-4122476C6167}" type="pres">
      <dgm:prSet presAssocID="{1489BB30-A168-4B60-B621-62E143255349}" presName="bgRect" presStyleLbl="bgShp" presStyleIdx="0" presStyleCnt="4"/>
      <dgm:spPr/>
    </dgm:pt>
    <dgm:pt modelId="{D1B2F7E1-7618-48C0-A31B-EFADAC82FBEE}" type="pres">
      <dgm:prSet presAssocID="{1489BB30-A168-4B60-B621-62E14325534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51BDB3D-9ED2-4354-9F9D-35747A82E94A}" type="pres">
      <dgm:prSet presAssocID="{1489BB30-A168-4B60-B621-62E143255349}" presName="spaceRect" presStyleCnt="0"/>
      <dgm:spPr/>
    </dgm:pt>
    <dgm:pt modelId="{B86476CC-7B31-4B69-BCCE-D1E9BA028299}" type="pres">
      <dgm:prSet presAssocID="{1489BB30-A168-4B60-B621-62E143255349}" presName="parTx" presStyleLbl="revTx" presStyleIdx="0" presStyleCnt="4">
        <dgm:presLayoutVars>
          <dgm:chMax val="0"/>
          <dgm:chPref val="0"/>
        </dgm:presLayoutVars>
      </dgm:prSet>
      <dgm:spPr/>
    </dgm:pt>
    <dgm:pt modelId="{14F261F2-5E6E-42A4-A879-AB18BC6719EB}" type="pres">
      <dgm:prSet presAssocID="{3723315E-CE71-45F8-A801-C72B0454BF9B}" presName="sibTrans" presStyleCnt="0"/>
      <dgm:spPr/>
    </dgm:pt>
    <dgm:pt modelId="{74253F21-F2CD-4D6A-822D-85E83F118197}" type="pres">
      <dgm:prSet presAssocID="{11A7AFEA-B2DE-4AFF-9697-2D19D36627F0}" presName="compNode" presStyleCnt="0"/>
      <dgm:spPr/>
    </dgm:pt>
    <dgm:pt modelId="{A625F6B2-EEFF-49DC-AD9F-0B3F0DD737F0}" type="pres">
      <dgm:prSet presAssocID="{11A7AFEA-B2DE-4AFF-9697-2D19D36627F0}" presName="bgRect" presStyleLbl="bgShp" presStyleIdx="1" presStyleCnt="4"/>
      <dgm:spPr/>
    </dgm:pt>
    <dgm:pt modelId="{5FAFF0AD-8AF2-4ECA-886E-E32CE6965931}" type="pres">
      <dgm:prSet presAssocID="{11A7AFEA-B2DE-4AFF-9697-2D19D36627F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2331CF-7498-4519-B688-9B20B9765BE2}" type="pres">
      <dgm:prSet presAssocID="{11A7AFEA-B2DE-4AFF-9697-2D19D36627F0}" presName="spaceRect" presStyleCnt="0"/>
      <dgm:spPr/>
    </dgm:pt>
    <dgm:pt modelId="{C8766F65-9CE9-4042-851E-796F5B0D67EC}" type="pres">
      <dgm:prSet presAssocID="{11A7AFEA-B2DE-4AFF-9697-2D19D36627F0}" presName="parTx" presStyleLbl="revTx" presStyleIdx="1" presStyleCnt="4">
        <dgm:presLayoutVars>
          <dgm:chMax val="0"/>
          <dgm:chPref val="0"/>
        </dgm:presLayoutVars>
      </dgm:prSet>
      <dgm:spPr/>
    </dgm:pt>
    <dgm:pt modelId="{F82F9866-4D79-4666-936D-AB355B06ABB9}" type="pres">
      <dgm:prSet presAssocID="{35820E8C-3D97-4335-A361-FD61E634F573}" presName="sibTrans" presStyleCnt="0"/>
      <dgm:spPr/>
    </dgm:pt>
    <dgm:pt modelId="{46AFE031-1198-479D-9EFE-18E90BADBEDA}" type="pres">
      <dgm:prSet presAssocID="{29BF1A62-962F-42CF-9E59-3EA8588EA477}" presName="compNode" presStyleCnt="0"/>
      <dgm:spPr/>
    </dgm:pt>
    <dgm:pt modelId="{E3628552-9EB7-40C2-BEC6-4E7B723C99DD}" type="pres">
      <dgm:prSet presAssocID="{29BF1A62-962F-42CF-9E59-3EA8588EA477}" presName="bgRect" presStyleLbl="bgShp" presStyleIdx="2" presStyleCnt="4"/>
      <dgm:spPr/>
    </dgm:pt>
    <dgm:pt modelId="{A382B064-96C9-49B4-9D67-49C619E0618D}" type="pres">
      <dgm:prSet presAssocID="{29BF1A62-962F-42CF-9E59-3EA8588EA47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F48829-4E41-4DCD-93BC-1559C7954602}" type="pres">
      <dgm:prSet presAssocID="{29BF1A62-962F-42CF-9E59-3EA8588EA477}" presName="spaceRect" presStyleCnt="0"/>
      <dgm:spPr/>
    </dgm:pt>
    <dgm:pt modelId="{BF4393E0-64E7-432F-A8DC-A18E68491E3E}" type="pres">
      <dgm:prSet presAssocID="{29BF1A62-962F-42CF-9E59-3EA8588EA477}" presName="parTx" presStyleLbl="revTx" presStyleIdx="2" presStyleCnt="4">
        <dgm:presLayoutVars>
          <dgm:chMax val="0"/>
          <dgm:chPref val="0"/>
        </dgm:presLayoutVars>
      </dgm:prSet>
      <dgm:spPr/>
    </dgm:pt>
    <dgm:pt modelId="{ED7E9A1A-56B1-44F4-8799-B0EA824F45FA}" type="pres">
      <dgm:prSet presAssocID="{36724446-09FC-4DC1-A14F-B11E1C0F5E03}" presName="sibTrans" presStyleCnt="0"/>
      <dgm:spPr/>
    </dgm:pt>
    <dgm:pt modelId="{F6678D26-3842-4229-B533-7A9C1F1BFA4D}" type="pres">
      <dgm:prSet presAssocID="{F4D60625-816F-4139-9F43-603EF807D17B}" presName="compNode" presStyleCnt="0"/>
      <dgm:spPr/>
    </dgm:pt>
    <dgm:pt modelId="{7B87583D-A57F-4174-960D-5710159F1D69}" type="pres">
      <dgm:prSet presAssocID="{F4D60625-816F-4139-9F43-603EF807D17B}" presName="bgRect" presStyleLbl="bgShp" presStyleIdx="3" presStyleCnt="4"/>
      <dgm:spPr/>
    </dgm:pt>
    <dgm:pt modelId="{F98C0733-0047-4C6B-8795-FD8180827EA5}" type="pres">
      <dgm:prSet presAssocID="{F4D60625-816F-4139-9F43-603EF807D1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DEC7B93-C796-4059-810F-20F6C2361A42}" type="pres">
      <dgm:prSet presAssocID="{F4D60625-816F-4139-9F43-603EF807D17B}" presName="spaceRect" presStyleCnt="0"/>
      <dgm:spPr/>
    </dgm:pt>
    <dgm:pt modelId="{DB0A8193-4ED9-4DD5-9C3E-BAA983B7E751}" type="pres">
      <dgm:prSet presAssocID="{F4D60625-816F-4139-9F43-603EF807D1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D962E15-D9F6-4688-95B6-43918CB67055}" type="presOf" srcId="{F4D60625-816F-4139-9F43-603EF807D17B}" destId="{DB0A8193-4ED9-4DD5-9C3E-BAA983B7E751}" srcOrd="0" destOrd="0" presId="urn:microsoft.com/office/officeart/2018/2/layout/IconVerticalSolidList"/>
    <dgm:cxn modelId="{DC2DA124-8F21-4E3A-A404-67D264E3A53A}" srcId="{B171DCC4-0CE3-40A7-94B3-D7ADD5962DDD}" destId="{F4D60625-816F-4139-9F43-603EF807D17B}" srcOrd="3" destOrd="0" parTransId="{54275321-D4E2-4EE0-A748-0544124EF778}" sibTransId="{E05F4906-B3C7-4E8E-AC8F-E486AFBE83B1}"/>
    <dgm:cxn modelId="{2257445F-7B15-4261-9D89-59C08DB54164}" type="presOf" srcId="{11A7AFEA-B2DE-4AFF-9697-2D19D36627F0}" destId="{C8766F65-9CE9-4042-851E-796F5B0D67EC}" srcOrd="0" destOrd="0" presId="urn:microsoft.com/office/officeart/2018/2/layout/IconVerticalSolidList"/>
    <dgm:cxn modelId="{B951AA51-7C9C-4C40-BC95-334A3983D2A9}" srcId="{B171DCC4-0CE3-40A7-94B3-D7ADD5962DDD}" destId="{11A7AFEA-B2DE-4AFF-9697-2D19D36627F0}" srcOrd="1" destOrd="0" parTransId="{97AC47F5-FAAD-4364-8C29-606BC56AF7B9}" sibTransId="{35820E8C-3D97-4335-A361-FD61E634F573}"/>
    <dgm:cxn modelId="{4F262989-33B1-4654-85A8-857224233E4F}" srcId="{B171DCC4-0CE3-40A7-94B3-D7ADD5962DDD}" destId="{1489BB30-A168-4B60-B621-62E143255349}" srcOrd="0" destOrd="0" parTransId="{0C02D23D-E574-422D-942F-96D9B824908B}" sibTransId="{3723315E-CE71-45F8-A801-C72B0454BF9B}"/>
    <dgm:cxn modelId="{E96F3098-1112-48A3-B27C-75FD564FB69A}" type="presOf" srcId="{B171DCC4-0CE3-40A7-94B3-D7ADD5962DDD}" destId="{51A39C82-77E1-4B5D-B924-9B8F0DA51476}" srcOrd="0" destOrd="0" presId="urn:microsoft.com/office/officeart/2018/2/layout/IconVerticalSolidList"/>
    <dgm:cxn modelId="{0E9A85C9-EDDD-4CD5-AC9D-D74DD4C2B725}" type="presOf" srcId="{29BF1A62-962F-42CF-9E59-3EA8588EA477}" destId="{BF4393E0-64E7-432F-A8DC-A18E68491E3E}" srcOrd="0" destOrd="0" presId="urn:microsoft.com/office/officeart/2018/2/layout/IconVerticalSolidList"/>
    <dgm:cxn modelId="{26926DCF-6EC9-45BC-B094-AEF7A6B7A1E9}" type="presOf" srcId="{1489BB30-A168-4B60-B621-62E143255349}" destId="{B86476CC-7B31-4B69-BCCE-D1E9BA028299}" srcOrd="0" destOrd="0" presId="urn:microsoft.com/office/officeart/2018/2/layout/IconVerticalSolidList"/>
    <dgm:cxn modelId="{3E7F1FEF-9C3B-4718-9425-9DDE040EAAF1}" srcId="{B171DCC4-0CE3-40A7-94B3-D7ADD5962DDD}" destId="{29BF1A62-962F-42CF-9E59-3EA8588EA477}" srcOrd="2" destOrd="0" parTransId="{2F9FE893-1B4F-4784-8C69-6D808F6CEE16}" sibTransId="{36724446-09FC-4DC1-A14F-B11E1C0F5E03}"/>
    <dgm:cxn modelId="{CE104A55-F318-46AC-A662-6933DEBEABC5}" type="presParOf" srcId="{51A39C82-77E1-4B5D-B924-9B8F0DA51476}" destId="{A27E7498-19D0-4847-973E-1EE879DC7CAB}" srcOrd="0" destOrd="0" presId="urn:microsoft.com/office/officeart/2018/2/layout/IconVerticalSolidList"/>
    <dgm:cxn modelId="{25D62C03-9278-461E-A9E2-58E6E0533335}" type="presParOf" srcId="{A27E7498-19D0-4847-973E-1EE879DC7CAB}" destId="{A86CC7A9-948C-4370-86ED-4122476C6167}" srcOrd="0" destOrd="0" presId="urn:microsoft.com/office/officeart/2018/2/layout/IconVerticalSolidList"/>
    <dgm:cxn modelId="{4265A7C8-0D44-4407-8371-6FD8686D95F7}" type="presParOf" srcId="{A27E7498-19D0-4847-973E-1EE879DC7CAB}" destId="{D1B2F7E1-7618-48C0-A31B-EFADAC82FBEE}" srcOrd="1" destOrd="0" presId="urn:microsoft.com/office/officeart/2018/2/layout/IconVerticalSolidList"/>
    <dgm:cxn modelId="{A5E5A8F0-27E7-4B27-BB40-CAFC67212B29}" type="presParOf" srcId="{A27E7498-19D0-4847-973E-1EE879DC7CAB}" destId="{E51BDB3D-9ED2-4354-9F9D-35747A82E94A}" srcOrd="2" destOrd="0" presId="urn:microsoft.com/office/officeart/2018/2/layout/IconVerticalSolidList"/>
    <dgm:cxn modelId="{04CAD1B7-FEF8-4C1B-BC8A-DAA687A98FB1}" type="presParOf" srcId="{A27E7498-19D0-4847-973E-1EE879DC7CAB}" destId="{B86476CC-7B31-4B69-BCCE-D1E9BA028299}" srcOrd="3" destOrd="0" presId="urn:microsoft.com/office/officeart/2018/2/layout/IconVerticalSolidList"/>
    <dgm:cxn modelId="{19E6A0B8-B916-4BEF-99C0-7380B18CB5D6}" type="presParOf" srcId="{51A39C82-77E1-4B5D-B924-9B8F0DA51476}" destId="{14F261F2-5E6E-42A4-A879-AB18BC6719EB}" srcOrd="1" destOrd="0" presId="urn:microsoft.com/office/officeart/2018/2/layout/IconVerticalSolidList"/>
    <dgm:cxn modelId="{11C21CE9-2660-49DE-B7CB-6022DE09F035}" type="presParOf" srcId="{51A39C82-77E1-4B5D-B924-9B8F0DA51476}" destId="{74253F21-F2CD-4D6A-822D-85E83F118197}" srcOrd="2" destOrd="0" presId="urn:microsoft.com/office/officeart/2018/2/layout/IconVerticalSolidList"/>
    <dgm:cxn modelId="{CBF27B6D-8108-4508-A579-2E39639C9122}" type="presParOf" srcId="{74253F21-F2CD-4D6A-822D-85E83F118197}" destId="{A625F6B2-EEFF-49DC-AD9F-0B3F0DD737F0}" srcOrd="0" destOrd="0" presId="urn:microsoft.com/office/officeart/2018/2/layout/IconVerticalSolidList"/>
    <dgm:cxn modelId="{0EE1AC9E-E0CE-44DB-A4FD-9885E08FC47A}" type="presParOf" srcId="{74253F21-F2CD-4D6A-822D-85E83F118197}" destId="{5FAFF0AD-8AF2-4ECA-886E-E32CE6965931}" srcOrd="1" destOrd="0" presId="urn:microsoft.com/office/officeart/2018/2/layout/IconVerticalSolidList"/>
    <dgm:cxn modelId="{2E2D4C01-B229-463D-A62C-C799BA34FE22}" type="presParOf" srcId="{74253F21-F2CD-4D6A-822D-85E83F118197}" destId="{0F2331CF-7498-4519-B688-9B20B9765BE2}" srcOrd="2" destOrd="0" presId="urn:microsoft.com/office/officeart/2018/2/layout/IconVerticalSolidList"/>
    <dgm:cxn modelId="{36B3BB32-8004-4C5A-AD96-A3196EB18A1A}" type="presParOf" srcId="{74253F21-F2CD-4D6A-822D-85E83F118197}" destId="{C8766F65-9CE9-4042-851E-796F5B0D67EC}" srcOrd="3" destOrd="0" presId="urn:microsoft.com/office/officeart/2018/2/layout/IconVerticalSolidList"/>
    <dgm:cxn modelId="{4164DB00-B430-4EE5-9080-AD18DB629898}" type="presParOf" srcId="{51A39C82-77E1-4B5D-B924-9B8F0DA51476}" destId="{F82F9866-4D79-4666-936D-AB355B06ABB9}" srcOrd="3" destOrd="0" presId="urn:microsoft.com/office/officeart/2018/2/layout/IconVerticalSolidList"/>
    <dgm:cxn modelId="{448C0703-DDF1-4875-ACE2-CB3530E6FC4E}" type="presParOf" srcId="{51A39C82-77E1-4B5D-B924-9B8F0DA51476}" destId="{46AFE031-1198-479D-9EFE-18E90BADBEDA}" srcOrd="4" destOrd="0" presId="urn:microsoft.com/office/officeart/2018/2/layout/IconVerticalSolidList"/>
    <dgm:cxn modelId="{BA2EC34F-019B-4E56-8364-F464F8CE4B90}" type="presParOf" srcId="{46AFE031-1198-479D-9EFE-18E90BADBEDA}" destId="{E3628552-9EB7-40C2-BEC6-4E7B723C99DD}" srcOrd="0" destOrd="0" presId="urn:microsoft.com/office/officeart/2018/2/layout/IconVerticalSolidList"/>
    <dgm:cxn modelId="{CA8ED043-CA0C-4AB2-8E1F-D0BED923E4EE}" type="presParOf" srcId="{46AFE031-1198-479D-9EFE-18E90BADBEDA}" destId="{A382B064-96C9-49B4-9D67-49C619E0618D}" srcOrd="1" destOrd="0" presId="urn:microsoft.com/office/officeart/2018/2/layout/IconVerticalSolidList"/>
    <dgm:cxn modelId="{7193757D-81EC-44EE-A116-FE962D30FFA2}" type="presParOf" srcId="{46AFE031-1198-479D-9EFE-18E90BADBEDA}" destId="{7DF48829-4E41-4DCD-93BC-1559C7954602}" srcOrd="2" destOrd="0" presId="urn:microsoft.com/office/officeart/2018/2/layout/IconVerticalSolidList"/>
    <dgm:cxn modelId="{4EA3A61D-2707-4D83-AD56-56D477AF6F7A}" type="presParOf" srcId="{46AFE031-1198-479D-9EFE-18E90BADBEDA}" destId="{BF4393E0-64E7-432F-A8DC-A18E68491E3E}" srcOrd="3" destOrd="0" presId="urn:microsoft.com/office/officeart/2018/2/layout/IconVerticalSolidList"/>
    <dgm:cxn modelId="{C6A316DF-F467-4220-A347-0B609D81B689}" type="presParOf" srcId="{51A39C82-77E1-4B5D-B924-9B8F0DA51476}" destId="{ED7E9A1A-56B1-44F4-8799-B0EA824F45FA}" srcOrd="5" destOrd="0" presId="urn:microsoft.com/office/officeart/2018/2/layout/IconVerticalSolidList"/>
    <dgm:cxn modelId="{F65AA7AC-DEF3-4F7D-B809-DCD9C7DD92CD}" type="presParOf" srcId="{51A39C82-77E1-4B5D-B924-9B8F0DA51476}" destId="{F6678D26-3842-4229-B533-7A9C1F1BFA4D}" srcOrd="6" destOrd="0" presId="urn:microsoft.com/office/officeart/2018/2/layout/IconVerticalSolidList"/>
    <dgm:cxn modelId="{A3E60D60-1505-468B-AE4A-2FAECFB857BF}" type="presParOf" srcId="{F6678D26-3842-4229-B533-7A9C1F1BFA4D}" destId="{7B87583D-A57F-4174-960D-5710159F1D69}" srcOrd="0" destOrd="0" presId="urn:microsoft.com/office/officeart/2018/2/layout/IconVerticalSolidList"/>
    <dgm:cxn modelId="{9FADD07C-E1F9-4C3F-9883-CFFFD1651A29}" type="presParOf" srcId="{F6678D26-3842-4229-B533-7A9C1F1BFA4D}" destId="{F98C0733-0047-4C6B-8795-FD8180827EA5}" srcOrd="1" destOrd="0" presId="urn:microsoft.com/office/officeart/2018/2/layout/IconVerticalSolidList"/>
    <dgm:cxn modelId="{15BE6A50-1855-4C93-A7D4-859772912472}" type="presParOf" srcId="{F6678D26-3842-4229-B533-7A9C1F1BFA4D}" destId="{CDEC7B93-C796-4059-810F-20F6C2361A42}" srcOrd="2" destOrd="0" presId="urn:microsoft.com/office/officeart/2018/2/layout/IconVerticalSolidList"/>
    <dgm:cxn modelId="{8EE0D94F-58EB-43F0-8376-5141BACA49A0}" type="presParOf" srcId="{F6678D26-3842-4229-B533-7A9C1F1BFA4D}" destId="{DB0A8193-4ED9-4DD5-9C3E-BAA983B7E7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0A0DCE-4571-45E8-8951-75A5E6CDE92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C18CFB-E4C0-4ED3-8E86-CD9B7814F199}">
      <dgm:prSet/>
      <dgm:spPr/>
      <dgm:t>
        <a:bodyPr/>
        <a:lstStyle/>
        <a:p>
          <a:r>
            <a:rPr lang="en-US"/>
            <a:t>Java </a:t>
          </a:r>
        </a:p>
      </dgm:t>
    </dgm:pt>
    <dgm:pt modelId="{EF0C1F8A-2B0A-40FD-A372-2510513435B7}" type="parTrans" cxnId="{15600066-45C1-424E-B851-A2692D493426}">
      <dgm:prSet/>
      <dgm:spPr/>
      <dgm:t>
        <a:bodyPr/>
        <a:lstStyle/>
        <a:p>
          <a:endParaRPr lang="en-US"/>
        </a:p>
      </dgm:t>
    </dgm:pt>
    <dgm:pt modelId="{9D5645A3-6A57-4949-BC10-892A65F81CE2}" type="sibTrans" cxnId="{15600066-45C1-424E-B851-A2692D493426}">
      <dgm:prSet/>
      <dgm:spPr/>
      <dgm:t>
        <a:bodyPr/>
        <a:lstStyle/>
        <a:p>
          <a:endParaRPr lang="en-US"/>
        </a:p>
      </dgm:t>
    </dgm:pt>
    <dgm:pt modelId="{A19B47CE-7CAD-419B-93D0-92BB1DD957FA}">
      <dgm:prSet/>
      <dgm:spPr/>
      <dgm:t>
        <a:bodyPr/>
        <a:lstStyle/>
        <a:p>
          <a:r>
            <a:rPr lang="en-US"/>
            <a:t>REST Assured </a:t>
          </a:r>
        </a:p>
      </dgm:t>
    </dgm:pt>
    <dgm:pt modelId="{853EF9DF-4DF3-42AF-8BBC-63973401240C}" type="parTrans" cxnId="{EE774BDF-9A64-40C5-B042-7ECF2786F8F7}">
      <dgm:prSet/>
      <dgm:spPr/>
      <dgm:t>
        <a:bodyPr/>
        <a:lstStyle/>
        <a:p>
          <a:endParaRPr lang="en-US"/>
        </a:p>
      </dgm:t>
    </dgm:pt>
    <dgm:pt modelId="{5A8CBCF0-767C-43E1-BC40-254610D29E56}" type="sibTrans" cxnId="{EE774BDF-9A64-40C5-B042-7ECF2786F8F7}">
      <dgm:prSet/>
      <dgm:spPr/>
      <dgm:t>
        <a:bodyPr/>
        <a:lstStyle/>
        <a:p>
          <a:endParaRPr lang="en-US"/>
        </a:p>
      </dgm:t>
    </dgm:pt>
    <dgm:pt modelId="{00EB341D-75C2-4955-AF2E-3A86C76AADD8}">
      <dgm:prSet/>
      <dgm:spPr/>
      <dgm:t>
        <a:bodyPr/>
        <a:lstStyle/>
        <a:p>
          <a:r>
            <a:rPr lang="en-US"/>
            <a:t>Cucumber (BDD) </a:t>
          </a:r>
        </a:p>
      </dgm:t>
    </dgm:pt>
    <dgm:pt modelId="{3618EE63-F99C-4C2F-896E-1F85AA7D6AE8}" type="parTrans" cxnId="{43E4C620-CD9B-4F53-A1D0-1A4F08BC47ED}">
      <dgm:prSet/>
      <dgm:spPr/>
      <dgm:t>
        <a:bodyPr/>
        <a:lstStyle/>
        <a:p>
          <a:endParaRPr lang="en-US"/>
        </a:p>
      </dgm:t>
    </dgm:pt>
    <dgm:pt modelId="{33B274C9-BDEF-4BB8-8578-F2F14F8BA6D0}" type="sibTrans" cxnId="{43E4C620-CD9B-4F53-A1D0-1A4F08BC47ED}">
      <dgm:prSet/>
      <dgm:spPr/>
      <dgm:t>
        <a:bodyPr/>
        <a:lstStyle/>
        <a:p>
          <a:endParaRPr lang="en-US"/>
        </a:p>
      </dgm:t>
    </dgm:pt>
    <dgm:pt modelId="{DD4F3C5B-A608-437C-AC78-2A4377EEA90F}">
      <dgm:prSet/>
      <dgm:spPr/>
      <dgm:t>
        <a:bodyPr/>
        <a:lstStyle/>
        <a:p>
          <a:r>
            <a:rPr lang="en-US"/>
            <a:t>Maven </a:t>
          </a:r>
        </a:p>
      </dgm:t>
    </dgm:pt>
    <dgm:pt modelId="{702C9E81-38F7-4D62-8EAE-7D5CB027061C}" type="parTrans" cxnId="{E701B985-FB64-4BCE-8E0F-C412CE05040E}">
      <dgm:prSet/>
      <dgm:spPr/>
      <dgm:t>
        <a:bodyPr/>
        <a:lstStyle/>
        <a:p>
          <a:endParaRPr lang="en-US"/>
        </a:p>
      </dgm:t>
    </dgm:pt>
    <dgm:pt modelId="{04A37CA9-FCEA-4E9A-8F40-506C66A274A6}" type="sibTrans" cxnId="{E701B985-FB64-4BCE-8E0F-C412CE05040E}">
      <dgm:prSet/>
      <dgm:spPr/>
      <dgm:t>
        <a:bodyPr/>
        <a:lstStyle/>
        <a:p>
          <a:endParaRPr lang="en-US"/>
        </a:p>
      </dgm:t>
    </dgm:pt>
    <dgm:pt modelId="{89B51BB4-E3FF-4CD9-BB0E-1A7D1B7E094A}">
      <dgm:prSet/>
      <dgm:spPr/>
      <dgm:t>
        <a:bodyPr/>
        <a:lstStyle/>
        <a:p>
          <a:r>
            <a:rPr lang="en-US"/>
            <a:t>Postman </a:t>
          </a:r>
        </a:p>
      </dgm:t>
    </dgm:pt>
    <dgm:pt modelId="{B5969543-F125-496B-B8E4-BF54455C69B3}" type="parTrans" cxnId="{EB118D9C-704B-4E41-9D74-BA7975FFBFDF}">
      <dgm:prSet/>
      <dgm:spPr/>
      <dgm:t>
        <a:bodyPr/>
        <a:lstStyle/>
        <a:p>
          <a:endParaRPr lang="en-US"/>
        </a:p>
      </dgm:t>
    </dgm:pt>
    <dgm:pt modelId="{1BEBDCDE-5336-4926-85B0-052FD34D4748}" type="sibTrans" cxnId="{EB118D9C-704B-4E41-9D74-BA7975FFBFDF}">
      <dgm:prSet/>
      <dgm:spPr/>
      <dgm:t>
        <a:bodyPr/>
        <a:lstStyle/>
        <a:p>
          <a:endParaRPr lang="en-US"/>
        </a:p>
      </dgm:t>
    </dgm:pt>
    <dgm:pt modelId="{32A53CAD-7C15-42E7-921A-A3C063FA4FC2}">
      <dgm:prSet/>
      <dgm:spPr/>
      <dgm:t>
        <a:bodyPr/>
        <a:lstStyle/>
        <a:p>
          <a:r>
            <a:rPr lang="en-US"/>
            <a:t>Log4J </a:t>
          </a:r>
        </a:p>
      </dgm:t>
    </dgm:pt>
    <dgm:pt modelId="{AA7B3CD5-ECE5-4654-A100-29BA79183707}" type="parTrans" cxnId="{30D13B9F-CEB8-4D51-B28E-8143E947AC4A}">
      <dgm:prSet/>
      <dgm:spPr/>
      <dgm:t>
        <a:bodyPr/>
        <a:lstStyle/>
        <a:p>
          <a:endParaRPr lang="en-US"/>
        </a:p>
      </dgm:t>
    </dgm:pt>
    <dgm:pt modelId="{350965C0-C4A0-495E-B1C6-B3A504520D9D}" type="sibTrans" cxnId="{30D13B9F-CEB8-4D51-B28E-8143E947AC4A}">
      <dgm:prSet/>
      <dgm:spPr/>
      <dgm:t>
        <a:bodyPr/>
        <a:lstStyle/>
        <a:p>
          <a:endParaRPr lang="en-US"/>
        </a:p>
      </dgm:t>
    </dgm:pt>
    <dgm:pt modelId="{5691F835-F0B2-474F-A373-B22A8C32BD7E}">
      <dgm:prSet/>
      <dgm:spPr/>
      <dgm:t>
        <a:bodyPr/>
        <a:lstStyle/>
        <a:p>
          <a:r>
            <a:rPr lang="en-US"/>
            <a:t>Git</a:t>
          </a:r>
        </a:p>
      </dgm:t>
    </dgm:pt>
    <dgm:pt modelId="{517F91AF-EE25-4C78-9188-8325BD933F72}" type="parTrans" cxnId="{C031BE3D-24B1-4D47-A14C-CF46096D8AC6}">
      <dgm:prSet/>
      <dgm:spPr/>
      <dgm:t>
        <a:bodyPr/>
        <a:lstStyle/>
        <a:p>
          <a:endParaRPr lang="en-US"/>
        </a:p>
      </dgm:t>
    </dgm:pt>
    <dgm:pt modelId="{656BE31B-3E78-415C-BB87-CDB0BB26637A}" type="sibTrans" cxnId="{C031BE3D-24B1-4D47-A14C-CF46096D8AC6}">
      <dgm:prSet/>
      <dgm:spPr/>
      <dgm:t>
        <a:bodyPr/>
        <a:lstStyle/>
        <a:p>
          <a:endParaRPr lang="en-US"/>
        </a:p>
      </dgm:t>
    </dgm:pt>
    <dgm:pt modelId="{0E6C9F30-3BF9-4DA4-A744-CE2D98C620D2}" type="pres">
      <dgm:prSet presAssocID="{660A0DCE-4571-45E8-8951-75A5E6CDE92B}" presName="vert0" presStyleCnt="0">
        <dgm:presLayoutVars>
          <dgm:dir/>
          <dgm:animOne val="branch"/>
          <dgm:animLvl val="lvl"/>
        </dgm:presLayoutVars>
      </dgm:prSet>
      <dgm:spPr/>
    </dgm:pt>
    <dgm:pt modelId="{D066517F-3B0E-4998-9FA4-9B6939FED032}" type="pres">
      <dgm:prSet presAssocID="{69C18CFB-E4C0-4ED3-8E86-CD9B7814F199}" presName="thickLine" presStyleLbl="alignNode1" presStyleIdx="0" presStyleCnt="7"/>
      <dgm:spPr/>
    </dgm:pt>
    <dgm:pt modelId="{BB80AE80-092D-416F-A905-4764B03D2C9C}" type="pres">
      <dgm:prSet presAssocID="{69C18CFB-E4C0-4ED3-8E86-CD9B7814F199}" presName="horz1" presStyleCnt="0"/>
      <dgm:spPr/>
    </dgm:pt>
    <dgm:pt modelId="{71A6F229-F5E2-40B8-9356-B64E3C17D636}" type="pres">
      <dgm:prSet presAssocID="{69C18CFB-E4C0-4ED3-8E86-CD9B7814F199}" presName="tx1" presStyleLbl="revTx" presStyleIdx="0" presStyleCnt="7"/>
      <dgm:spPr/>
    </dgm:pt>
    <dgm:pt modelId="{6A62EA12-F532-4E7E-8CBE-F22EC48741F3}" type="pres">
      <dgm:prSet presAssocID="{69C18CFB-E4C0-4ED3-8E86-CD9B7814F199}" presName="vert1" presStyleCnt="0"/>
      <dgm:spPr/>
    </dgm:pt>
    <dgm:pt modelId="{A195D6B0-CB49-435E-9E25-25C99C24C123}" type="pres">
      <dgm:prSet presAssocID="{A19B47CE-7CAD-419B-93D0-92BB1DD957FA}" presName="thickLine" presStyleLbl="alignNode1" presStyleIdx="1" presStyleCnt="7"/>
      <dgm:spPr/>
    </dgm:pt>
    <dgm:pt modelId="{14E3073F-4969-45AD-B7C4-E66AF575C9A1}" type="pres">
      <dgm:prSet presAssocID="{A19B47CE-7CAD-419B-93D0-92BB1DD957FA}" presName="horz1" presStyleCnt="0"/>
      <dgm:spPr/>
    </dgm:pt>
    <dgm:pt modelId="{390AC457-729D-475C-907B-124044CAF98C}" type="pres">
      <dgm:prSet presAssocID="{A19B47CE-7CAD-419B-93D0-92BB1DD957FA}" presName="tx1" presStyleLbl="revTx" presStyleIdx="1" presStyleCnt="7"/>
      <dgm:spPr/>
    </dgm:pt>
    <dgm:pt modelId="{AC53C396-D528-4A1E-8BD2-C12B81D96289}" type="pres">
      <dgm:prSet presAssocID="{A19B47CE-7CAD-419B-93D0-92BB1DD957FA}" presName="vert1" presStyleCnt="0"/>
      <dgm:spPr/>
    </dgm:pt>
    <dgm:pt modelId="{CB8C099C-F12D-41A8-B1D1-F7EEEF9396C5}" type="pres">
      <dgm:prSet presAssocID="{00EB341D-75C2-4955-AF2E-3A86C76AADD8}" presName="thickLine" presStyleLbl="alignNode1" presStyleIdx="2" presStyleCnt="7"/>
      <dgm:spPr/>
    </dgm:pt>
    <dgm:pt modelId="{EE3174ED-5D6E-4A26-9BB8-35E74145A46A}" type="pres">
      <dgm:prSet presAssocID="{00EB341D-75C2-4955-AF2E-3A86C76AADD8}" presName="horz1" presStyleCnt="0"/>
      <dgm:spPr/>
    </dgm:pt>
    <dgm:pt modelId="{C688A340-3562-4832-840C-BCAFB1B7575B}" type="pres">
      <dgm:prSet presAssocID="{00EB341D-75C2-4955-AF2E-3A86C76AADD8}" presName="tx1" presStyleLbl="revTx" presStyleIdx="2" presStyleCnt="7"/>
      <dgm:spPr/>
    </dgm:pt>
    <dgm:pt modelId="{AD882BBF-FF6A-4F24-AB38-D1DC87C9A6B2}" type="pres">
      <dgm:prSet presAssocID="{00EB341D-75C2-4955-AF2E-3A86C76AADD8}" presName="vert1" presStyleCnt="0"/>
      <dgm:spPr/>
    </dgm:pt>
    <dgm:pt modelId="{E5850B2C-DAF9-4C5D-8492-701F5AA71983}" type="pres">
      <dgm:prSet presAssocID="{DD4F3C5B-A608-437C-AC78-2A4377EEA90F}" presName="thickLine" presStyleLbl="alignNode1" presStyleIdx="3" presStyleCnt="7"/>
      <dgm:spPr/>
    </dgm:pt>
    <dgm:pt modelId="{CD65AB4C-927F-4200-B997-A82069B6546F}" type="pres">
      <dgm:prSet presAssocID="{DD4F3C5B-A608-437C-AC78-2A4377EEA90F}" presName="horz1" presStyleCnt="0"/>
      <dgm:spPr/>
    </dgm:pt>
    <dgm:pt modelId="{A52CD341-8BB1-4133-897B-DA1F82D61B22}" type="pres">
      <dgm:prSet presAssocID="{DD4F3C5B-A608-437C-AC78-2A4377EEA90F}" presName="tx1" presStyleLbl="revTx" presStyleIdx="3" presStyleCnt="7"/>
      <dgm:spPr/>
    </dgm:pt>
    <dgm:pt modelId="{B64CBBF5-B518-4641-B436-E030EE493250}" type="pres">
      <dgm:prSet presAssocID="{DD4F3C5B-A608-437C-AC78-2A4377EEA90F}" presName="vert1" presStyleCnt="0"/>
      <dgm:spPr/>
    </dgm:pt>
    <dgm:pt modelId="{052E9BFA-2841-4203-A823-72087000E346}" type="pres">
      <dgm:prSet presAssocID="{89B51BB4-E3FF-4CD9-BB0E-1A7D1B7E094A}" presName="thickLine" presStyleLbl="alignNode1" presStyleIdx="4" presStyleCnt="7"/>
      <dgm:spPr/>
    </dgm:pt>
    <dgm:pt modelId="{45AF06DF-E6D6-4070-A8D9-159EC80FAEE6}" type="pres">
      <dgm:prSet presAssocID="{89B51BB4-E3FF-4CD9-BB0E-1A7D1B7E094A}" presName="horz1" presStyleCnt="0"/>
      <dgm:spPr/>
    </dgm:pt>
    <dgm:pt modelId="{EBEB4935-A590-4C6B-B62A-ACE6A06E3043}" type="pres">
      <dgm:prSet presAssocID="{89B51BB4-E3FF-4CD9-BB0E-1A7D1B7E094A}" presName="tx1" presStyleLbl="revTx" presStyleIdx="4" presStyleCnt="7"/>
      <dgm:spPr/>
    </dgm:pt>
    <dgm:pt modelId="{F2998FBF-F2B4-4170-B327-16100A5FACEF}" type="pres">
      <dgm:prSet presAssocID="{89B51BB4-E3FF-4CD9-BB0E-1A7D1B7E094A}" presName="vert1" presStyleCnt="0"/>
      <dgm:spPr/>
    </dgm:pt>
    <dgm:pt modelId="{ED47DCB6-A6BE-4F91-8491-40C59E5E9164}" type="pres">
      <dgm:prSet presAssocID="{32A53CAD-7C15-42E7-921A-A3C063FA4FC2}" presName="thickLine" presStyleLbl="alignNode1" presStyleIdx="5" presStyleCnt="7"/>
      <dgm:spPr/>
    </dgm:pt>
    <dgm:pt modelId="{12DDD15E-283D-496C-A8C4-8C20E8978697}" type="pres">
      <dgm:prSet presAssocID="{32A53CAD-7C15-42E7-921A-A3C063FA4FC2}" presName="horz1" presStyleCnt="0"/>
      <dgm:spPr/>
    </dgm:pt>
    <dgm:pt modelId="{706E302D-DE4E-4224-8805-407B616F1ADD}" type="pres">
      <dgm:prSet presAssocID="{32A53CAD-7C15-42E7-921A-A3C063FA4FC2}" presName="tx1" presStyleLbl="revTx" presStyleIdx="5" presStyleCnt="7"/>
      <dgm:spPr/>
    </dgm:pt>
    <dgm:pt modelId="{49E4CCFE-E288-4600-8627-4240F110BE51}" type="pres">
      <dgm:prSet presAssocID="{32A53CAD-7C15-42E7-921A-A3C063FA4FC2}" presName="vert1" presStyleCnt="0"/>
      <dgm:spPr/>
    </dgm:pt>
    <dgm:pt modelId="{1608824E-096D-4D67-A841-F79F625BEDE4}" type="pres">
      <dgm:prSet presAssocID="{5691F835-F0B2-474F-A373-B22A8C32BD7E}" presName="thickLine" presStyleLbl="alignNode1" presStyleIdx="6" presStyleCnt="7"/>
      <dgm:spPr/>
    </dgm:pt>
    <dgm:pt modelId="{037A97E8-1EB5-4C56-B7BF-A1459857ACF0}" type="pres">
      <dgm:prSet presAssocID="{5691F835-F0B2-474F-A373-B22A8C32BD7E}" presName="horz1" presStyleCnt="0"/>
      <dgm:spPr/>
    </dgm:pt>
    <dgm:pt modelId="{C5311988-1A75-4E0C-B0D1-EF624C5B28D4}" type="pres">
      <dgm:prSet presAssocID="{5691F835-F0B2-474F-A373-B22A8C32BD7E}" presName="tx1" presStyleLbl="revTx" presStyleIdx="6" presStyleCnt="7"/>
      <dgm:spPr/>
    </dgm:pt>
    <dgm:pt modelId="{7D41C91B-EA81-4B11-9F29-9391F38C949C}" type="pres">
      <dgm:prSet presAssocID="{5691F835-F0B2-474F-A373-B22A8C32BD7E}" presName="vert1" presStyleCnt="0"/>
      <dgm:spPr/>
    </dgm:pt>
  </dgm:ptLst>
  <dgm:cxnLst>
    <dgm:cxn modelId="{AD13E703-0DBB-40E0-AF9F-DCA21336D0B1}" type="presOf" srcId="{DD4F3C5B-A608-437C-AC78-2A4377EEA90F}" destId="{A52CD341-8BB1-4133-897B-DA1F82D61B22}" srcOrd="0" destOrd="0" presId="urn:microsoft.com/office/officeart/2008/layout/LinedList"/>
    <dgm:cxn modelId="{43E4C620-CD9B-4F53-A1D0-1A4F08BC47ED}" srcId="{660A0DCE-4571-45E8-8951-75A5E6CDE92B}" destId="{00EB341D-75C2-4955-AF2E-3A86C76AADD8}" srcOrd="2" destOrd="0" parTransId="{3618EE63-F99C-4C2F-896E-1F85AA7D6AE8}" sibTransId="{33B274C9-BDEF-4BB8-8578-F2F14F8BA6D0}"/>
    <dgm:cxn modelId="{7225B32B-EFA0-4EF1-BFC8-7DB74120CE0E}" type="presOf" srcId="{32A53CAD-7C15-42E7-921A-A3C063FA4FC2}" destId="{706E302D-DE4E-4224-8805-407B616F1ADD}" srcOrd="0" destOrd="0" presId="urn:microsoft.com/office/officeart/2008/layout/LinedList"/>
    <dgm:cxn modelId="{C031BE3D-24B1-4D47-A14C-CF46096D8AC6}" srcId="{660A0DCE-4571-45E8-8951-75A5E6CDE92B}" destId="{5691F835-F0B2-474F-A373-B22A8C32BD7E}" srcOrd="6" destOrd="0" parTransId="{517F91AF-EE25-4C78-9188-8325BD933F72}" sibTransId="{656BE31B-3E78-415C-BB87-CDB0BB26637A}"/>
    <dgm:cxn modelId="{15600066-45C1-424E-B851-A2692D493426}" srcId="{660A0DCE-4571-45E8-8951-75A5E6CDE92B}" destId="{69C18CFB-E4C0-4ED3-8E86-CD9B7814F199}" srcOrd="0" destOrd="0" parTransId="{EF0C1F8A-2B0A-40FD-A372-2510513435B7}" sibTransId="{9D5645A3-6A57-4949-BC10-892A65F81CE2}"/>
    <dgm:cxn modelId="{E701B985-FB64-4BCE-8E0F-C412CE05040E}" srcId="{660A0DCE-4571-45E8-8951-75A5E6CDE92B}" destId="{DD4F3C5B-A608-437C-AC78-2A4377EEA90F}" srcOrd="3" destOrd="0" parTransId="{702C9E81-38F7-4D62-8EAE-7D5CB027061C}" sibTransId="{04A37CA9-FCEA-4E9A-8F40-506C66A274A6}"/>
    <dgm:cxn modelId="{AD734F89-50BA-4B63-A669-40189AA31794}" type="presOf" srcId="{660A0DCE-4571-45E8-8951-75A5E6CDE92B}" destId="{0E6C9F30-3BF9-4DA4-A744-CE2D98C620D2}" srcOrd="0" destOrd="0" presId="urn:microsoft.com/office/officeart/2008/layout/LinedList"/>
    <dgm:cxn modelId="{EB118D9C-704B-4E41-9D74-BA7975FFBFDF}" srcId="{660A0DCE-4571-45E8-8951-75A5E6CDE92B}" destId="{89B51BB4-E3FF-4CD9-BB0E-1A7D1B7E094A}" srcOrd="4" destOrd="0" parTransId="{B5969543-F125-496B-B8E4-BF54455C69B3}" sibTransId="{1BEBDCDE-5336-4926-85B0-052FD34D4748}"/>
    <dgm:cxn modelId="{2BA4349F-CAA4-45A0-AA70-EBEFB83C86FF}" type="presOf" srcId="{A19B47CE-7CAD-419B-93D0-92BB1DD957FA}" destId="{390AC457-729D-475C-907B-124044CAF98C}" srcOrd="0" destOrd="0" presId="urn:microsoft.com/office/officeart/2008/layout/LinedList"/>
    <dgm:cxn modelId="{30D13B9F-CEB8-4D51-B28E-8143E947AC4A}" srcId="{660A0DCE-4571-45E8-8951-75A5E6CDE92B}" destId="{32A53CAD-7C15-42E7-921A-A3C063FA4FC2}" srcOrd="5" destOrd="0" parTransId="{AA7B3CD5-ECE5-4654-A100-29BA79183707}" sibTransId="{350965C0-C4A0-495E-B1C6-B3A504520D9D}"/>
    <dgm:cxn modelId="{C5B285A7-DABE-4E36-801F-5C8C92FFF5A3}" type="presOf" srcId="{89B51BB4-E3FF-4CD9-BB0E-1A7D1B7E094A}" destId="{EBEB4935-A590-4C6B-B62A-ACE6A06E3043}" srcOrd="0" destOrd="0" presId="urn:microsoft.com/office/officeart/2008/layout/LinedList"/>
    <dgm:cxn modelId="{15B8F7BE-C8BF-4D2F-9363-790D09939759}" type="presOf" srcId="{00EB341D-75C2-4955-AF2E-3A86C76AADD8}" destId="{C688A340-3562-4832-840C-BCAFB1B7575B}" srcOrd="0" destOrd="0" presId="urn:microsoft.com/office/officeart/2008/layout/LinedList"/>
    <dgm:cxn modelId="{AB5C7AD9-29E4-4538-BA59-EF627B39D83A}" type="presOf" srcId="{69C18CFB-E4C0-4ED3-8E86-CD9B7814F199}" destId="{71A6F229-F5E2-40B8-9356-B64E3C17D636}" srcOrd="0" destOrd="0" presId="urn:microsoft.com/office/officeart/2008/layout/LinedList"/>
    <dgm:cxn modelId="{EE774BDF-9A64-40C5-B042-7ECF2786F8F7}" srcId="{660A0DCE-4571-45E8-8951-75A5E6CDE92B}" destId="{A19B47CE-7CAD-419B-93D0-92BB1DD957FA}" srcOrd="1" destOrd="0" parTransId="{853EF9DF-4DF3-42AF-8BBC-63973401240C}" sibTransId="{5A8CBCF0-767C-43E1-BC40-254610D29E56}"/>
    <dgm:cxn modelId="{D47CF9E7-E948-42DD-AA7D-2022E6C18B00}" type="presOf" srcId="{5691F835-F0B2-474F-A373-B22A8C32BD7E}" destId="{C5311988-1A75-4E0C-B0D1-EF624C5B28D4}" srcOrd="0" destOrd="0" presId="urn:microsoft.com/office/officeart/2008/layout/LinedList"/>
    <dgm:cxn modelId="{8616CE69-CEDA-47AF-ACED-E25336C2D4DA}" type="presParOf" srcId="{0E6C9F30-3BF9-4DA4-A744-CE2D98C620D2}" destId="{D066517F-3B0E-4998-9FA4-9B6939FED032}" srcOrd="0" destOrd="0" presId="urn:microsoft.com/office/officeart/2008/layout/LinedList"/>
    <dgm:cxn modelId="{E1D88D12-E91C-4599-9640-DABD43889C3C}" type="presParOf" srcId="{0E6C9F30-3BF9-4DA4-A744-CE2D98C620D2}" destId="{BB80AE80-092D-416F-A905-4764B03D2C9C}" srcOrd="1" destOrd="0" presId="urn:microsoft.com/office/officeart/2008/layout/LinedList"/>
    <dgm:cxn modelId="{03B2428B-4216-4EB9-8CE3-5D629691FB7B}" type="presParOf" srcId="{BB80AE80-092D-416F-A905-4764B03D2C9C}" destId="{71A6F229-F5E2-40B8-9356-B64E3C17D636}" srcOrd="0" destOrd="0" presId="urn:microsoft.com/office/officeart/2008/layout/LinedList"/>
    <dgm:cxn modelId="{A92EE0B1-942A-46DD-939C-D0324A23214F}" type="presParOf" srcId="{BB80AE80-092D-416F-A905-4764B03D2C9C}" destId="{6A62EA12-F532-4E7E-8CBE-F22EC48741F3}" srcOrd="1" destOrd="0" presId="urn:microsoft.com/office/officeart/2008/layout/LinedList"/>
    <dgm:cxn modelId="{472652E5-7959-46EC-9157-AFD233CC8CAB}" type="presParOf" srcId="{0E6C9F30-3BF9-4DA4-A744-CE2D98C620D2}" destId="{A195D6B0-CB49-435E-9E25-25C99C24C123}" srcOrd="2" destOrd="0" presId="urn:microsoft.com/office/officeart/2008/layout/LinedList"/>
    <dgm:cxn modelId="{D04B1E8A-5250-42A8-BCBD-0BA5532FE198}" type="presParOf" srcId="{0E6C9F30-3BF9-4DA4-A744-CE2D98C620D2}" destId="{14E3073F-4969-45AD-B7C4-E66AF575C9A1}" srcOrd="3" destOrd="0" presId="urn:microsoft.com/office/officeart/2008/layout/LinedList"/>
    <dgm:cxn modelId="{F6A56FC6-FE4C-4176-A204-A7AABF093C4B}" type="presParOf" srcId="{14E3073F-4969-45AD-B7C4-E66AF575C9A1}" destId="{390AC457-729D-475C-907B-124044CAF98C}" srcOrd="0" destOrd="0" presId="urn:microsoft.com/office/officeart/2008/layout/LinedList"/>
    <dgm:cxn modelId="{C7F5A5D1-7C29-446D-96B4-F381616065BE}" type="presParOf" srcId="{14E3073F-4969-45AD-B7C4-E66AF575C9A1}" destId="{AC53C396-D528-4A1E-8BD2-C12B81D96289}" srcOrd="1" destOrd="0" presId="urn:microsoft.com/office/officeart/2008/layout/LinedList"/>
    <dgm:cxn modelId="{9974312C-42BC-486C-BC10-C6FEA0582246}" type="presParOf" srcId="{0E6C9F30-3BF9-4DA4-A744-CE2D98C620D2}" destId="{CB8C099C-F12D-41A8-B1D1-F7EEEF9396C5}" srcOrd="4" destOrd="0" presId="urn:microsoft.com/office/officeart/2008/layout/LinedList"/>
    <dgm:cxn modelId="{C15C0E06-8619-4E0C-A32B-BCCFE2EF8E95}" type="presParOf" srcId="{0E6C9F30-3BF9-4DA4-A744-CE2D98C620D2}" destId="{EE3174ED-5D6E-4A26-9BB8-35E74145A46A}" srcOrd="5" destOrd="0" presId="urn:microsoft.com/office/officeart/2008/layout/LinedList"/>
    <dgm:cxn modelId="{2A8D9985-C6ED-4256-BA6D-A28826303363}" type="presParOf" srcId="{EE3174ED-5D6E-4A26-9BB8-35E74145A46A}" destId="{C688A340-3562-4832-840C-BCAFB1B7575B}" srcOrd="0" destOrd="0" presId="urn:microsoft.com/office/officeart/2008/layout/LinedList"/>
    <dgm:cxn modelId="{7F8560ED-5817-45A2-9B36-AABC4ED43E9E}" type="presParOf" srcId="{EE3174ED-5D6E-4A26-9BB8-35E74145A46A}" destId="{AD882BBF-FF6A-4F24-AB38-D1DC87C9A6B2}" srcOrd="1" destOrd="0" presId="urn:microsoft.com/office/officeart/2008/layout/LinedList"/>
    <dgm:cxn modelId="{43444D42-DF0B-40A3-9ED1-014AAD972116}" type="presParOf" srcId="{0E6C9F30-3BF9-4DA4-A744-CE2D98C620D2}" destId="{E5850B2C-DAF9-4C5D-8492-701F5AA71983}" srcOrd="6" destOrd="0" presId="urn:microsoft.com/office/officeart/2008/layout/LinedList"/>
    <dgm:cxn modelId="{DB69D39B-F26F-48F6-B0F5-4FF3C6C526B7}" type="presParOf" srcId="{0E6C9F30-3BF9-4DA4-A744-CE2D98C620D2}" destId="{CD65AB4C-927F-4200-B997-A82069B6546F}" srcOrd="7" destOrd="0" presId="urn:microsoft.com/office/officeart/2008/layout/LinedList"/>
    <dgm:cxn modelId="{96216881-D036-43F9-A346-133510EE1CAC}" type="presParOf" srcId="{CD65AB4C-927F-4200-B997-A82069B6546F}" destId="{A52CD341-8BB1-4133-897B-DA1F82D61B22}" srcOrd="0" destOrd="0" presId="urn:microsoft.com/office/officeart/2008/layout/LinedList"/>
    <dgm:cxn modelId="{C3E2F6B6-0FA6-4350-BD30-26C6685304E7}" type="presParOf" srcId="{CD65AB4C-927F-4200-B997-A82069B6546F}" destId="{B64CBBF5-B518-4641-B436-E030EE493250}" srcOrd="1" destOrd="0" presId="urn:microsoft.com/office/officeart/2008/layout/LinedList"/>
    <dgm:cxn modelId="{B4D86E8F-283F-426B-BDED-B5E37AF2F4BD}" type="presParOf" srcId="{0E6C9F30-3BF9-4DA4-A744-CE2D98C620D2}" destId="{052E9BFA-2841-4203-A823-72087000E346}" srcOrd="8" destOrd="0" presId="urn:microsoft.com/office/officeart/2008/layout/LinedList"/>
    <dgm:cxn modelId="{8E2F4DE3-056B-45A4-82EC-8772B245EB7D}" type="presParOf" srcId="{0E6C9F30-3BF9-4DA4-A744-CE2D98C620D2}" destId="{45AF06DF-E6D6-4070-A8D9-159EC80FAEE6}" srcOrd="9" destOrd="0" presId="urn:microsoft.com/office/officeart/2008/layout/LinedList"/>
    <dgm:cxn modelId="{ECDFEF66-B3FC-4C6A-90F5-7D56E2663254}" type="presParOf" srcId="{45AF06DF-E6D6-4070-A8D9-159EC80FAEE6}" destId="{EBEB4935-A590-4C6B-B62A-ACE6A06E3043}" srcOrd="0" destOrd="0" presId="urn:microsoft.com/office/officeart/2008/layout/LinedList"/>
    <dgm:cxn modelId="{4E5D6522-E784-4AEF-8EF5-CE57416BD5C1}" type="presParOf" srcId="{45AF06DF-E6D6-4070-A8D9-159EC80FAEE6}" destId="{F2998FBF-F2B4-4170-B327-16100A5FACEF}" srcOrd="1" destOrd="0" presId="urn:microsoft.com/office/officeart/2008/layout/LinedList"/>
    <dgm:cxn modelId="{5D8A2F4E-86F7-43A6-990D-CC0D794CA0F3}" type="presParOf" srcId="{0E6C9F30-3BF9-4DA4-A744-CE2D98C620D2}" destId="{ED47DCB6-A6BE-4F91-8491-40C59E5E9164}" srcOrd="10" destOrd="0" presId="urn:microsoft.com/office/officeart/2008/layout/LinedList"/>
    <dgm:cxn modelId="{A0DC62DA-07D1-43B8-885A-190DF41A2CB9}" type="presParOf" srcId="{0E6C9F30-3BF9-4DA4-A744-CE2D98C620D2}" destId="{12DDD15E-283D-496C-A8C4-8C20E8978697}" srcOrd="11" destOrd="0" presId="urn:microsoft.com/office/officeart/2008/layout/LinedList"/>
    <dgm:cxn modelId="{200F1752-8689-4C3B-A0D7-752F718ED51A}" type="presParOf" srcId="{12DDD15E-283D-496C-A8C4-8C20E8978697}" destId="{706E302D-DE4E-4224-8805-407B616F1ADD}" srcOrd="0" destOrd="0" presId="urn:microsoft.com/office/officeart/2008/layout/LinedList"/>
    <dgm:cxn modelId="{CC507B0C-F0DB-4EA9-805C-4942A29D3F24}" type="presParOf" srcId="{12DDD15E-283D-496C-A8C4-8C20E8978697}" destId="{49E4CCFE-E288-4600-8627-4240F110BE51}" srcOrd="1" destOrd="0" presId="urn:microsoft.com/office/officeart/2008/layout/LinedList"/>
    <dgm:cxn modelId="{F4ACC8AF-5C4D-437E-B8A6-92D02049DBBD}" type="presParOf" srcId="{0E6C9F30-3BF9-4DA4-A744-CE2D98C620D2}" destId="{1608824E-096D-4D67-A841-F79F625BEDE4}" srcOrd="12" destOrd="0" presId="urn:microsoft.com/office/officeart/2008/layout/LinedList"/>
    <dgm:cxn modelId="{7E124B05-9DDB-45D0-A9D1-703543F36673}" type="presParOf" srcId="{0E6C9F30-3BF9-4DA4-A744-CE2D98C620D2}" destId="{037A97E8-1EB5-4C56-B7BF-A1459857ACF0}" srcOrd="13" destOrd="0" presId="urn:microsoft.com/office/officeart/2008/layout/LinedList"/>
    <dgm:cxn modelId="{158EE127-E327-45DD-901B-3528CEB768B2}" type="presParOf" srcId="{037A97E8-1EB5-4C56-B7BF-A1459857ACF0}" destId="{C5311988-1A75-4E0C-B0D1-EF624C5B28D4}" srcOrd="0" destOrd="0" presId="urn:microsoft.com/office/officeart/2008/layout/LinedList"/>
    <dgm:cxn modelId="{E1BEEF77-3DD5-43C8-9A00-D88C8C227038}" type="presParOf" srcId="{037A97E8-1EB5-4C56-B7BF-A1459857ACF0}" destId="{7D41C91B-EA81-4B11-9F29-9391F38C94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ACC679-6B9A-4545-85AD-CC88BD46C3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A7A5C77-0653-4DFE-93A8-7FF9BC19CFD0}">
      <dgm:prSet/>
      <dgm:spPr/>
      <dgm:t>
        <a:bodyPr/>
        <a:lstStyle/>
        <a:p>
          <a:r>
            <a:rPr lang="en-US"/>
            <a:t>Dynamic test data generation </a:t>
          </a:r>
        </a:p>
      </dgm:t>
    </dgm:pt>
    <dgm:pt modelId="{B3C2A777-FDDD-4BD7-B548-2EB7502480E2}" type="parTrans" cxnId="{B5752434-233C-4FD7-9464-9CB12DF8101B}">
      <dgm:prSet/>
      <dgm:spPr/>
      <dgm:t>
        <a:bodyPr/>
        <a:lstStyle/>
        <a:p>
          <a:endParaRPr lang="en-US"/>
        </a:p>
      </dgm:t>
    </dgm:pt>
    <dgm:pt modelId="{71339890-1914-49FB-8013-34FA77101849}" type="sibTrans" cxnId="{B5752434-233C-4FD7-9464-9CB12DF8101B}">
      <dgm:prSet/>
      <dgm:spPr/>
      <dgm:t>
        <a:bodyPr/>
        <a:lstStyle/>
        <a:p>
          <a:endParaRPr lang="en-US"/>
        </a:p>
      </dgm:t>
    </dgm:pt>
    <dgm:pt modelId="{B44F02B4-F44E-402B-9B8E-F6D5C4A424A8}">
      <dgm:prSet/>
      <dgm:spPr/>
      <dgm:t>
        <a:bodyPr/>
        <a:lstStyle/>
        <a:p>
          <a:r>
            <a:rPr lang="en-US"/>
            <a:t>API chaining (data flow across requests) </a:t>
          </a:r>
        </a:p>
      </dgm:t>
    </dgm:pt>
    <dgm:pt modelId="{EAA51571-7250-4A42-8ABC-0E4FA2B25E16}" type="parTrans" cxnId="{B7225534-7E9E-4E2E-95F6-928FB228C64A}">
      <dgm:prSet/>
      <dgm:spPr/>
      <dgm:t>
        <a:bodyPr/>
        <a:lstStyle/>
        <a:p>
          <a:endParaRPr lang="en-US"/>
        </a:p>
      </dgm:t>
    </dgm:pt>
    <dgm:pt modelId="{E5A3E5FD-528B-4A85-B606-1CC3B4C442BC}" type="sibTrans" cxnId="{B7225534-7E9E-4E2E-95F6-928FB228C64A}">
      <dgm:prSet/>
      <dgm:spPr/>
      <dgm:t>
        <a:bodyPr/>
        <a:lstStyle/>
        <a:p>
          <a:endParaRPr lang="en-US"/>
        </a:p>
      </dgm:t>
    </dgm:pt>
    <dgm:pt modelId="{8001EE8C-AA5D-4249-A529-736D59B67B3B}">
      <dgm:prSet/>
      <dgm:spPr/>
      <dgm:t>
        <a:bodyPr/>
        <a:lstStyle/>
        <a:p>
          <a:r>
            <a:rPr lang="en-US"/>
            <a:t>Reusable request builder </a:t>
          </a:r>
        </a:p>
      </dgm:t>
    </dgm:pt>
    <dgm:pt modelId="{E5E42F63-E481-489E-80AA-4BE774484FC2}" type="parTrans" cxnId="{F143E45B-D63F-4F9A-AEC1-7456E656BF5E}">
      <dgm:prSet/>
      <dgm:spPr/>
      <dgm:t>
        <a:bodyPr/>
        <a:lstStyle/>
        <a:p>
          <a:endParaRPr lang="en-US"/>
        </a:p>
      </dgm:t>
    </dgm:pt>
    <dgm:pt modelId="{17D975E4-36E8-4C90-BB9B-2956A585C5CC}" type="sibTrans" cxnId="{F143E45B-D63F-4F9A-AEC1-7456E656BF5E}">
      <dgm:prSet/>
      <dgm:spPr/>
      <dgm:t>
        <a:bodyPr/>
        <a:lstStyle/>
        <a:p>
          <a:endParaRPr lang="en-US"/>
        </a:p>
      </dgm:t>
    </dgm:pt>
    <dgm:pt modelId="{5A988138-14F6-4674-9B00-763DD2289112}">
      <dgm:prSet/>
      <dgm:spPr/>
      <dgm:t>
        <a:bodyPr/>
        <a:lstStyle/>
        <a:p>
          <a:r>
            <a:rPr lang="en-US"/>
            <a:t>BDD-based test scenarios </a:t>
          </a:r>
        </a:p>
      </dgm:t>
    </dgm:pt>
    <dgm:pt modelId="{BCB8C5BD-A8E9-4011-9850-C1907FDAD59D}" type="parTrans" cxnId="{EE8917B4-B765-48CF-BEBC-13A7E3595D22}">
      <dgm:prSet/>
      <dgm:spPr/>
      <dgm:t>
        <a:bodyPr/>
        <a:lstStyle/>
        <a:p>
          <a:endParaRPr lang="en-US"/>
        </a:p>
      </dgm:t>
    </dgm:pt>
    <dgm:pt modelId="{2384F73B-CE8E-46BA-8411-426F2A3EA9F1}" type="sibTrans" cxnId="{EE8917B4-B765-48CF-BEBC-13A7E3595D22}">
      <dgm:prSet/>
      <dgm:spPr/>
      <dgm:t>
        <a:bodyPr/>
        <a:lstStyle/>
        <a:p>
          <a:endParaRPr lang="en-US"/>
        </a:p>
      </dgm:t>
    </dgm:pt>
    <dgm:pt modelId="{A5B1375F-E71F-43B4-B9C5-C9BF9D8AB5C6}">
      <dgm:prSet/>
      <dgm:spPr/>
      <dgm:t>
        <a:bodyPr/>
        <a:lstStyle/>
        <a:p>
          <a:r>
            <a:rPr lang="en-US"/>
            <a:t>Assertion-based validations </a:t>
          </a:r>
        </a:p>
      </dgm:t>
    </dgm:pt>
    <dgm:pt modelId="{7E1F8FD8-8CF7-4A51-83D6-99C3DE1AD6E4}" type="parTrans" cxnId="{49FE9A82-0A6D-4A0F-8518-3AA538AC3B13}">
      <dgm:prSet/>
      <dgm:spPr/>
      <dgm:t>
        <a:bodyPr/>
        <a:lstStyle/>
        <a:p>
          <a:endParaRPr lang="en-US"/>
        </a:p>
      </dgm:t>
    </dgm:pt>
    <dgm:pt modelId="{E7F12385-2BF7-4E7E-A9CE-09CD9F2EBEB9}" type="sibTrans" cxnId="{49FE9A82-0A6D-4A0F-8518-3AA538AC3B13}">
      <dgm:prSet/>
      <dgm:spPr/>
      <dgm:t>
        <a:bodyPr/>
        <a:lstStyle/>
        <a:p>
          <a:endParaRPr lang="en-US"/>
        </a:p>
      </dgm:t>
    </dgm:pt>
    <dgm:pt modelId="{2DB64060-FEDA-46BA-91C0-E3AA6E685535}">
      <dgm:prSet/>
      <dgm:spPr/>
      <dgm:t>
        <a:bodyPr/>
        <a:lstStyle/>
        <a:p>
          <a:r>
            <a:rPr lang="en-US"/>
            <a:t>HTML report generation</a:t>
          </a:r>
        </a:p>
      </dgm:t>
    </dgm:pt>
    <dgm:pt modelId="{6BA40557-AF7D-4CF6-AAB2-DEC9D58A484B}" type="parTrans" cxnId="{CBDC172E-906A-4263-A940-D24963F853E5}">
      <dgm:prSet/>
      <dgm:spPr/>
      <dgm:t>
        <a:bodyPr/>
        <a:lstStyle/>
        <a:p>
          <a:endParaRPr lang="en-US"/>
        </a:p>
      </dgm:t>
    </dgm:pt>
    <dgm:pt modelId="{460453C8-ECB7-4D89-BFFD-D0F0FB04BE62}" type="sibTrans" cxnId="{CBDC172E-906A-4263-A940-D24963F853E5}">
      <dgm:prSet/>
      <dgm:spPr/>
      <dgm:t>
        <a:bodyPr/>
        <a:lstStyle/>
        <a:p>
          <a:endParaRPr lang="en-US"/>
        </a:p>
      </dgm:t>
    </dgm:pt>
    <dgm:pt modelId="{D8558D7D-41F8-4BED-96DF-0265C70ED02A}" type="pres">
      <dgm:prSet presAssocID="{A0ACC679-6B9A-4545-85AD-CC88BD46C3FD}" presName="root" presStyleCnt="0">
        <dgm:presLayoutVars>
          <dgm:dir/>
          <dgm:resizeHandles val="exact"/>
        </dgm:presLayoutVars>
      </dgm:prSet>
      <dgm:spPr/>
    </dgm:pt>
    <dgm:pt modelId="{00E7C38E-C686-4F56-88B9-50A496F604F7}" type="pres">
      <dgm:prSet presAssocID="{6A7A5C77-0653-4DFE-93A8-7FF9BC19CFD0}" presName="compNode" presStyleCnt="0"/>
      <dgm:spPr/>
    </dgm:pt>
    <dgm:pt modelId="{32B28F5F-0819-47DA-8F58-F637EB2F662B}" type="pres">
      <dgm:prSet presAssocID="{6A7A5C77-0653-4DFE-93A8-7FF9BC19CFD0}" presName="bgRect" presStyleLbl="bgShp" presStyleIdx="0" presStyleCnt="6"/>
      <dgm:spPr/>
    </dgm:pt>
    <dgm:pt modelId="{E4A731AF-6242-4345-8628-58C8F7A81FE4}" type="pres">
      <dgm:prSet presAssocID="{6A7A5C77-0653-4DFE-93A8-7FF9BC19CFD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1055BF2-1BB4-4B7C-B245-507413FBA179}" type="pres">
      <dgm:prSet presAssocID="{6A7A5C77-0653-4DFE-93A8-7FF9BC19CFD0}" presName="spaceRect" presStyleCnt="0"/>
      <dgm:spPr/>
    </dgm:pt>
    <dgm:pt modelId="{778665BE-D1C6-46D7-97B5-F37EA7FF001B}" type="pres">
      <dgm:prSet presAssocID="{6A7A5C77-0653-4DFE-93A8-7FF9BC19CFD0}" presName="parTx" presStyleLbl="revTx" presStyleIdx="0" presStyleCnt="6">
        <dgm:presLayoutVars>
          <dgm:chMax val="0"/>
          <dgm:chPref val="0"/>
        </dgm:presLayoutVars>
      </dgm:prSet>
      <dgm:spPr/>
    </dgm:pt>
    <dgm:pt modelId="{0BAEBBA2-9571-4C94-8154-38B2D1D9DBC3}" type="pres">
      <dgm:prSet presAssocID="{71339890-1914-49FB-8013-34FA77101849}" presName="sibTrans" presStyleCnt="0"/>
      <dgm:spPr/>
    </dgm:pt>
    <dgm:pt modelId="{98BF9CA0-CA88-4DD1-A8DE-C204AF0B4127}" type="pres">
      <dgm:prSet presAssocID="{B44F02B4-F44E-402B-9B8E-F6D5C4A424A8}" presName="compNode" presStyleCnt="0"/>
      <dgm:spPr/>
    </dgm:pt>
    <dgm:pt modelId="{76A0ACE1-1484-42D9-BD13-3329A97FD952}" type="pres">
      <dgm:prSet presAssocID="{B44F02B4-F44E-402B-9B8E-F6D5C4A424A8}" presName="bgRect" presStyleLbl="bgShp" presStyleIdx="1" presStyleCnt="6"/>
      <dgm:spPr/>
    </dgm:pt>
    <dgm:pt modelId="{F9383F1F-FD7F-4F12-8D82-60E04AF74D52}" type="pres">
      <dgm:prSet presAssocID="{B44F02B4-F44E-402B-9B8E-F6D5C4A424A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D9E514E-050F-44AD-89C4-5F4A2D2365E0}" type="pres">
      <dgm:prSet presAssocID="{B44F02B4-F44E-402B-9B8E-F6D5C4A424A8}" presName="spaceRect" presStyleCnt="0"/>
      <dgm:spPr/>
    </dgm:pt>
    <dgm:pt modelId="{41BFD4AA-32F9-442D-8126-770DB6EC91A8}" type="pres">
      <dgm:prSet presAssocID="{B44F02B4-F44E-402B-9B8E-F6D5C4A424A8}" presName="parTx" presStyleLbl="revTx" presStyleIdx="1" presStyleCnt="6">
        <dgm:presLayoutVars>
          <dgm:chMax val="0"/>
          <dgm:chPref val="0"/>
        </dgm:presLayoutVars>
      </dgm:prSet>
      <dgm:spPr/>
    </dgm:pt>
    <dgm:pt modelId="{7518F262-5DC3-4BB9-9F26-9CC4D69751B7}" type="pres">
      <dgm:prSet presAssocID="{E5A3E5FD-528B-4A85-B606-1CC3B4C442BC}" presName="sibTrans" presStyleCnt="0"/>
      <dgm:spPr/>
    </dgm:pt>
    <dgm:pt modelId="{7512794C-6FE3-44F0-9C37-1E72C576A949}" type="pres">
      <dgm:prSet presAssocID="{8001EE8C-AA5D-4249-A529-736D59B67B3B}" presName="compNode" presStyleCnt="0"/>
      <dgm:spPr/>
    </dgm:pt>
    <dgm:pt modelId="{EDF8B3D2-1A9B-45DB-B705-C8857128C85B}" type="pres">
      <dgm:prSet presAssocID="{8001EE8C-AA5D-4249-A529-736D59B67B3B}" presName="bgRect" presStyleLbl="bgShp" presStyleIdx="2" presStyleCnt="6"/>
      <dgm:spPr/>
    </dgm:pt>
    <dgm:pt modelId="{72AC4EAF-B215-440C-AF17-E48346D9D521}" type="pres">
      <dgm:prSet presAssocID="{8001EE8C-AA5D-4249-A529-736D59B67B3B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6EF8FF7-744F-4D16-B41B-D481C0601DCF}" type="pres">
      <dgm:prSet presAssocID="{8001EE8C-AA5D-4249-A529-736D59B67B3B}" presName="spaceRect" presStyleCnt="0"/>
      <dgm:spPr/>
    </dgm:pt>
    <dgm:pt modelId="{8B69EE36-2518-4C46-9F2D-781EB2518FC2}" type="pres">
      <dgm:prSet presAssocID="{8001EE8C-AA5D-4249-A529-736D59B67B3B}" presName="parTx" presStyleLbl="revTx" presStyleIdx="2" presStyleCnt="6">
        <dgm:presLayoutVars>
          <dgm:chMax val="0"/>
          <dgm:chPref val="0"/>
        </dgm:presLayoutVars>
      </dgm:prSet>
      <dgm:spPr/>
    </dgm:pt>
    <dgm:pt modelId="{6766C670-5AB7-4A6C-A37A-A8E788902567}" type="pres">
      <dgm:prSet presAssocID="{17D975E4-36E8-4C90-BB9B-2956A585C5CC}" presName="sibTrans" presStyleCnt="0"/>
      <dgm:spPr/>
    </dgm:pt>
    <dgm:pt modelId="{88DA005B-B302-4080-9C3E-A53B0C78A158}" type="pres">
      <dgm:prSet presAssocID="{5A988138-14F6-4674-9B00-763DD2289112}" presName="compNode" presStyleCnt="0"/>
      <dgm:spPr/>
    </dgm:pt>
    <dgm:pt modelId="{B76FB680-3D9A-4DD3-8082-4A5EF9F8D083}" type="pres">
      <dgm:prSet presAssocID="{5A988138-14F6-4674-9B00-763DD2289112}" presName="bgRect" presStyleLbl="bgShp" presStyleIdx="3" presStyleCnt="6"/>
      <dgm:spPr/>
    </dgm:pt>
    <dgm:pt modelId="{60B5A22F-ABFC-4DF9-8B28-7BB95E2E9645}" type="pres">
      <dgm:prSet presAssocID="{5A988138-14F6-4674-9B00-763DD228911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ADD2882-A2C5-479B-80CA-D53910A18F19}" type="pres">
      <dgm:prSet presAssocID="{5A988138-14F6-4674-9B00-763DD2289112}" presName="spaceRect" presStyleCnt="0"/>
      <dgm:spPr/>
    </dgm:pt>
    <dgm:pt modelId="{60A00962-374E-400B-9AEB-7188303131E6}" type="pres">
      <dgm:prSet presAssocID="{5A988138-14F6-4674-9B00-763DD2289112}" presName="parTx" presStyleLbl="revTx" presStyleIdx="3" presStyleCnt="6">
        <dgm:presLayoutVars>
          <dgm:chMax val="0"/>
          <dgm:chPref val="0"/>
        </dgm:presLayoutVars>
      </dgm:prSet>
      <dgm:spPr/>
    </dgm:pt>
    <dgm:pt modelId="{CB364CE4-6E9F-4B71-8E65-D4D8415734C0}" type="pres">
      <dgm:prSet presAssocID="{2384F73B-CE8E-46BA-8411-426F2A3EA9F1}" presName="sibTrans" presStyleCnt="0"/>
      <dgm:spPr/>
    </dgm:pt>
    <dgm:pt modelId="{DC2FD4DD-90A5-479D-8218-95D21A9562FD}" type="pres">
      <dgm:prSet presAssocID="{A5B1375F-E71F-43B4-B9C5-C9BF9D8AB5C6}" presName="compNode" presStyleCnt="0"/>
      <dgm:spPr/>
    </dgm:pt>
    <dgm:pt modelId="{6C9D5C08-6F9E-4D26-9929-5DD6D420B0E8}" type="pres">
      <dgm:prSet presAssocID="{A5B1375F-E71F-43B4-B9C5-C9BF9D8AB5C6}" presName="bgRect" presStyleLbl="bgShp" presStyleIdx="4" presStyleCnt="6"/>
      <dgm:spPr/>
    </dgm:pt>
    <dgm:pt modelId="{8914FF35-8A24-48CE-A746-57F6CBEE3FD3}" type="pres">
      <dgm:prSet presAssocID="{A5B1375F-E71F-43B4-B9C5-C9BF9D8AB5C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72A810A-FC93-4DF6-82A9-D8C0937A4AF8}" type="pres">
      <dgm:prSet presAssocID="{A5B1375F-E71F-43B4-B9C5-C9BF9D8AB5C6}" presName="spaceRect" presStyleCnt="0"/>
      <dgm:spPr/>
    </dgm:pt>
    <dgm:pt modelId="{E195B219-01B8-49E4-88A0-A20E30172168}" type="pres">
      <dgm:prSet presAssocID="{A5B1375F-E71F-43B4-B9C5-C9BF9D8AB5C6}" presName="parTx" presStyleLbl="revTx" presStyleIdx="4" presStyleCnt="6">
        <dgm:presLayoutVars>
          <dgm:chMax val="0"/>
          <dgm:chPref val="0"/>
        </dgm:presLayoutVars>
      </dgm:prSet>
      <dgm:spPr/>
    </dgm:pt>
    <dgm:pt modelId="{FE36840C-E42C-4CA0-90B4-1E31FB41B32F}" type="pres">
      <dgm:prSet presAssocID="{E7F12385-2BF7-4E7E-A9CE-09CD9F2EBEB9}" presName="sibTrans" presStyleCnt="0"/>
      <dgm:spPr/>
    </dgm:pt>
    <dgm:pt modelId="{C5451318-28BD-4526-9CDA-09EC1AE70575}" type="pres">
      <dgm:prSet presAssocID="{2DB64060-FEDA-46BA-91C0-E3AA6E685535}" presName="compNode" presStyleCnt="0"/>
      <dgm:spPr/>
    </dgm:pt>
    <dgm:pt modelId="{78FD63FC-D9EF-42BB-87DE-EC92CB8EA732}" type="pres">
      <dgm:prSet presAssocID="{2DB64060-FEDA-46BA-91C0-E3AA6E685535}" presName="bgRect" presStyleLbl="bgShp" presStyleIdx="5" presStyleCnt="6"/>
      <dgm:spPr/>
    </dgm:pt>
    <dgm:pt modelId="{6CE30915-AED7-4748-9095-43EB960F18BC}" type="pres">
      <dgm:prSet presAssocID="{2DB64060-FEDA-46BA-91C0-E3AA6E68553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06DA3B6-926E-434A-A169-A2198748F082}" type="pres">
      <dgm:prSet presAssocID="{2DB64060-FEDA-46BA-91C0-E3AA6E685535}" presName="spaceRect" presStyleCnt="0"/>
      <dgm:spPr/>
    </dgm:pt>
    <dgm:pt modelId="{6054608C-BB14-421D-8C80-5940D95ACD70}" type="pres">
      <dgm:prSet presAssocID="{2DB64060-FEDA-46BA-91C0-E3AA6E68553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63D9B00-982B-44EB-8F36-AC126D2403AA}" type="presOf" srcId="{A0ACC679-6B9A-4545-85AD-CC88BD46C3FD}" destId="{D8558D7D-41F8-4BED-96DF-0265C70ED02A}" srcOrd="0" destOrd="0" presId="urn:microsoft.com/office/officeart/2018/2/layout/IconVerticalSolidList"/>
    <dgm:cxn modelId="{21EA520C-3544-46B9-8E13-D15D85FA825E}" type="presOf" srcId="{B44F02B4-F44E-402B-9B8E-F6D5C4A424A8}" destId="{41BFD4AA-32F9-442D-8126-770DB6EC91A8}" srcOrd="0" destOrd="0" presId="urn:microsoft.com/office/officeart/2018/2/layout/IconVerticalSolidList"/>
    <dgm:cxn modelId="{CBDC172E-906A-4263-A940-D24963F853E5}" srcId="{A0ACC679-6B9A-4545-85AD-CC88BD46C3FD}" destId="{2DB64060-FEDA-46BA-91C0-E3AA6E685535}" srcOrd="5" destOrd="0" parTransId="{6BA40557-AF7D-4CF6-AAB2-DEC9D58A484B}" sibTransId="{460453C8-ECB7-4D89-BFFD-D0F0FB04BE62}"/>
    <dgm:cxn modelId="{06438E2E-0793-4324-89AB-EE93D8AD83AE}" type="presOf" srcId="{8001EE8C-AA5D-4249-A529-736D59B67B3B}" destId="{8B69EE36-2518-4C46-9F2D-781EB2518FC2}" srcOrd="0" destOrd="0" presId="urn:microsoft.com/office/officeart/2018/2/layout/IconVerticalSolidList"/>
    <dgm:cxn modelId="{3CB99F2E-2E15-4FF4-9900-E5E180EBC9A3}" type="presOf" srcId="{2DB64060-FEDA-46BA-91C0-E3AA6E685535}" destId="{6054608C-BB14-421D-8C80-5940D95ACD70}" srcOrd="0" destOrd="0" presId="urn:microsoft.com/office/officeart/2018/2/layout/IconVerticalSolidList"/>
    <dgm:cxn modelId="{B5752434-233C-4FD7-9464-9CB12DF8101B}" srcId="{A0ACC679-6B9A-4545-85AD-CC88BD46C3FD}" destId="{6A7A5C77-0653-4DFE-93A8-7FF9BC19CFD0}" srcOrd="0" destOrd="0" parTransId="{B3C2A777-FDDD-4BD7-B548-2EB7502480E2}" sibTransId="{71339890-1914-49FB-8013-34FA77101849}"/>
    <dgm:cxn modelId="{B7225534-7E9E-4E2E-95F6-928FB228C64A}" srcId="{A0ACC679-6B9A-4545-85AD-CC88BD46C3FD}" destId="{B44F02B4-F44E-402B-9B8E-F6D5C4A424A8}" srcOrd="1" destOrd="0" parTransId="{EAA51571-7250-4A42-8ABC-0E4FA2B25E16}" sibTransId="{E5A3E5FD-528B-4A85-B606-1CC3B4C442BC}"/>
    <dgm:cxn modelId="{A2168C40-7C04-414E-B561-F980727896F8}" type="presOf" srcId="{6A7A5C77-0653-4DFE-93A8-7FF9BC19CFD0}" destId="{778665BE-D1C6-46D7-97B5-F37EA7FF001B}" srcOrd="0" destOrd="0" presId="urn:microsoft.com/office/officeart/2018/2/layout/IconVerticalSolidList"/>
    <dgm:cxn modelId="{F143E45B-D63F-4F9A-AEC1-7456E656BF5E}" srcId="{A0ACC679-6B9A-4545-85AD-CC88BD46C3FD}" destId="{8001EE8C-AA5D-4249-A529-736D59B67B3B}" srcOrd="2" destOrd="0" parTransId="{E5E42F63-E481-489E-80AA-4BE774484FC2}" sibTransId="{17D975E4-36E8-4C90-BB9B-2956A585C5CC}"/>
    <dgm:cxn modelId="{F939D44D-1EB7-47A9-8451-E527B132A39F}" type="presOf" srcId="{5A988138-14F6-4674-9B00-763DD2289112}" destId="{60A00962-374E-400B-9AEB-7188303131E6}" srcOrd="0" destOrd="0" presId="urn:microsoft.com/office/officeart/2018/2/layout/IconVerticalSolidList"/>
    <dgm:cxn modelId="{49FE9A82-0A6D-4A0F-8518-3AA538AC3B13}" srcId="{A0ACC679-6B9A-4545-85AD-CC88BD46C3FD}" destId="{A5B1375F-E71F-43B4-B9C5-C9BF9D8AB5C6}" srcOrd="4" destOrd="0" parTransId="{7E1F8FD8-8CF7-4A51-83D6-99C3DE1AD6E4}" sibTransId="{E7F12385-2BF7-4E7E-A9CE-09CD9F2EBEB9}"/>
    <dgm:cxn modelId="{EE8917B4-B765-48CF-BEBC-13A7E3595D22}" srcId="{A0ACC679-6B9A-4545-85AD-CC88BD46C3FD}" destId="{5A988138-14F6-4674-9B00-763DD2289112}" srcOrd="3" destOrd="0" parTransId="{BCB8C5BD-A8E9-4011-9850-C1907FDAD59D}" sibTransId="{2384F73B-CE8E-46BA-8411-426F2A3EA9F1}"/>
    <dgm:cxn modelId="{7BA447BF-4902-4E77-9D09-6F2AEAECC943}" type="presOf" srcId="{A5B1375F-E71F-43B4-B9C5-C9BF9D8AB5C6}" destId="{E195B219-01B8-49E4-88A0-A20E30172168}" srcOrd="0" destOrd="0" presId="urn:microsoft.com/office/officeart/2018/2/layout/IconVerticalSolidList"/>
    <dgm:cxn modelId="{5A21C94D-766B-4A21-AFA2-DCB0A9439CE8}" type="presParOf" srcId="{D8558D7D-41F8-4BED-96DF-0265C70ED02A}" destId="{00E7C38E-C686-4F56-88B9-50A496F604F7}" srcOrd="0" destOrd="0" presId="urn:microsoft.com/office/officeart/2018/2/layout/IconVerticalSolidList"/>
    <dgm:cxn modelId="{465AA791-1C87-4DB2-BB61-522B61D4BB5C}" type="presParOf" srcId="{00E7C38E-C686-4F56-88B9-50A496F604F7}" destId="{32B28F5F-0819-47DA-8F58-F637EB2F662B}" srcOrd="0" destOrd="0" presId="urn:microsoft.com/office/officeart/2018/2/layout/IconVerticalSolidList"/>
    <dgm:cxn modelId="{D1BA0135-B408-435F-91CF-107EAAD0D5AE}" type="presParOf" srcId="{00E7C38E-C686-4F56-88B9-50A496F604F7}" destId="{E4A731AF-6242-4345-8628-58C8F7A81FE4}" srcOrd="1" destOrd="0" presId="urn:microsoft.com/office/officeart/2018/2/layout/IconVerticalSolidList"/>
    <dgm:cxn modelId="{08E048E9-7BBB-49C8-B81E-B4BBA4961E16}" type="presParOf" srcId="{00E7C38E-C686-4F56-88B9-50A496F604F7}" destId="{E1055BF2-1BB4-4B7C-B245-507413FBA179}" srcOrd="2" destOrd="0" presId="urn:microsoft.com/office/officeart/2018/2/layout/IconVerticalSolidList"/>
    <dgm:cxn modelId="{F132ABC0-84FC-41F7-AB8A-E23FFE20B00A}" type="presParOf" srcId="{00E7C38E-C686-4F56-88B9-50A496F604F7}" destId="{778665BE-D1C6-46D7-97B5-F37EA7FF001B}" srcOrd="3" destOrd="0" presId="urn:microsoft.com/office/officeart/2018/2/layout/IconVerticalSolidList"/>
    <dgm:cxn modelId="{B14FD7CE-CBD3-4212-8B94-471E609B7268}" type="presParOf" srcId="{D8558D7D-41F8-4BED-96DF-0265C70ED02A}" destId="{0BAEBBA2-9571-4C94-8154-38B2D1D9DBC3}" srcOrd="1" destOrd="0" presId="urn:microsoft.com/office/officeart/2018/2/layout/IconVerticalSolidList"/>
    <dgm:cxn modelId="{D6090E0E-846A-4C4D-AE27-0DCB158A775F}" type="presParOf" srcId="{D8558D7D-41F8-4BED-96DF-0265C70ED02A}" destId="{98BF9CA0-CA88-4DD1-A8DE-C204AF0B4127}" srcOrd="2" destOrd="0" presId="urn:microsoft.com/office/officeart/2018/2/layout/IconVerticalSolidList"/>
    <dgm:cxn modelId="{EF02C575-8690-4FAE-8E10-8110767E4011}" type="presParOf" srcId="{98BF9CA0-CA88-4DD1-A8DE-C204AF0B4127}" destId="{76A0ACE1-1484-42D9-BD13-3329A97FD952}" srcOrd="0" destOrd="0" presId="urn:microsoft.com/office/officeart/2018/2/layout/IconVerticalSolidList"/>
    <dgm:cxn modelId="{A3302EF5-189E-49E2-A0B1-FBC7263F8A12}" type="presParOf" srcId="{98BF9CA0-CA88-4DD1-A8DE-C204AF0B4127}" destId="{F9383F1F-FD7F-4F12-8D82-60E04AF74D52}" srcOrd="1" destOrd="0" presId="urn:microsoft.com/office/officeart/2018/2/layout/IconVerticalSolidList"/>
    <dgm:cxn modelId="{D63C0228-40EA-4870-8F0C-CA49C1668B17}" type="presParOf" srcId="{98BF9CA0-CA88-4DD1-A8DE-C204AF0B4127}" destId="{3D9E514E-050F-44AD-89C4-5F4A2D2365E0}" srcOrd="2" destOrd="0" presId="urn:microsoft.com/office/officeart/2018/2/layout/IconVerticalSolidList"/>
    <dgm:cxn modelId="{5C366F40-6629-4BB5-B8AD-E917635537A0}" type="presParOf" srcId="{98BF9CA0-CA88-4DD1-A8DE-C204AF0B4127}" destId="{41BFD4AA-32F9-442D-8126-770DB6EC91A8}" srcOrd="3" destOrd="0" presId="urn:microsoft.com/office/officeart/2018/2/layout/IconVerticalSolidList"/>
    <dgm:cxn modelId="{4BE3BE33-7819-493D-89DE-488D8E57EC63}" type="presParOf" srcId="{D8558D7D-41F8-4BED-96DF-0265C70ED02A}" destId="{7518F262-5DC3-4BB9-9F26-9CC4D69751B7}" srcOrd="3" destOrd="0" presId="urn:microsoft.com/office/officeart/2018/2/layout/IconVerticalSolidList"/>
    <dgm:cxn modelId="{F262768E-2E44-4F85-9ED4-8F8FD779D54D}" type="presParOf" srcId="{D8558D7D-41F8-4BED-96DF-0265C70ED02A}" destId="{7512794C-6FE3-44F0-9C37-1E72C576A949}" srcOrd="4" destOrd="0" presId="urn:microsoft.com/office/officeart/2018/2/layout/IconVerticalSolidList"/>
    <dgm:cxn modelId="{D2C6A01A-A900-4EA4-881D-0308F4CA9669}" type="presParOf" srcId="{7512794C-6FE3-44F0-9C37-1E72C576A949}" destId="{EDF8B3D2-1A9B-45DB-B705-C8857128C85B}" srcOrd="0" destOrd="0" presId="urn:microsoft.com/office/officeart/2018/2/layout/IconVerticalSolidList"/>
    <dgm:cxn modelId="{BFF22153-573A-4584-96FA-25216C6F2DAF}" type="presParOf" srcId="{7512794C-6FE3-44F0-9C37-1E72C576A949}" destId="{72AC4EAF-B215-440C-AF17-E48346D9D521}" srcOrd="1" destOrd="0" presId="urn:microsoft.com/office/officeart/2018/2/layout/IconVerticalSolidList"/>
    <dgm:cxn modelId="{1BC9FD48-63F3-4317-A4D8-A26BDFEB5209}" type="presParOf" srcId="{7512794C-6FE3-44F0-9C37-1E72C576A949}" destId="{66EF8FF7-744F-4D16-B41B-D481C0601DCF}" srcOrd="2" destOrd="0" presId="urn:microsoft.com/office/officeart/2018/2/layout/IconVerticalSolidList"/>
    <dgm:cxn modelId="{C47D07C0-7835-4021-A97C-4D38463AD4AC}" type="presParOf" srcId="{7512794C-6FE3-44F0-9C37-1E72C576A949}" destId="{8B69EE36-2518-4C46-9F2D-781EB2518FC2}" srcOrd="3" destOrd="0" presId="urn:microsoft.com/office/officeart/2018/2/layout/IconVerticalSolidList"/>
    <dgm:cxn modelId="{71098638-C959-4A2A-9B39-219F46E9725E}" type="presParOf" srcId="{D8558D7D-41F8-4BED-96DF-0265C70ED02A}" destId="{6766C670-5AB7-4A6C-A37A-A8E788902567}" srcOrd="5" destOrd="0" presId="urn:microsoft.com/office/officeart/2018/2/layout/IconVerticalSolidList"/>
    <dgm:cxn modelId="{DCE1F0ED-3A76-4DF0-AFDD-69997DF077E5}" type="presParOf" srcId="{D8558D7D-41F8-4BED-96DF-0265C70ED02A}" destId="{88DA005B-B302-4080-9C3E-A53B0C78A158}" srcOrd="6" destOrd="0" presId="urn:microsoft.com/office/officeart/2018/2/layout/IconVerticalSolidList"/>
    <dgm:cxn modelId="{FF40B429-284D-450E-81F0-B1EEC5D5A9FA}" type="presParOf" srcId="{88DA005B-B302-4080-9C3E-A53B0C78A158}" destId="{B76FB680-3D9A-4DD3-8082-4A5EF9F8D083}" srcOrd="0" destOrd="0" presId="urn:microsoft.com/office/officeart/2018/2/layout/IconVerticalSolidList"/>
    <dgm:cxn modelId="{E54775D2-8594-43A4-BCBA-3F99D9EC3075}" type="presParOf" srcId="{88DA005B-B302-4080-9C3E-A53B0C78A158}" destId="{60B5A22F-ABFC-4DF9-8B28-7BB95E2E9645}" srcOrd="1" destOrd="0" presId="urn:microsoft.com/office/officeart/2018/2/layout/IconVerticalSolidList"/>
    <dgm:cxn modelId="{3D3A5C3C-AAB2-4DC1-85E1-0B9B34E39C15}" type="presParOf" srcId="{88DA005B-B302-4080-9C3E-A53B0C78A158}" destId="{BADD2882-A2C5-479B-80CA-D53910A18F19}" srcOrd="2" destOrd="0" presId="urn:microsoft.com/office/officeart/2018/2/layout/IconVerticalSolidList"/>
    <dgm:cxn modelId="{C72BC545-FBB3-4FDD-BD7A-4A17F9EA23A3}" type="presParOf" srcId="{88DA005B-B302-4080-9C3E-A53B0C78A158}" destId="{60A00962-374E-400B-9AEB-7188303131E6}" srcOrd="3" destOrd="0" presId="urn:microsoft.com/office/officeart/2018/2/layout/IconVerticalSolidList"/>
    <dgm:cxn modelId="{2E9FFAD4-D08B-4EF5-A985-5B1165C2C962}" type="presParOf" srcId="{D8558D7D-41F8-4BED-96DF-0265C70ED02A}" destId="{CB364CE4-6E9F-4B71-8E65-D4D8415734C0}" srcOrd="7" destOrd="0" presId="urn:microsoft.com/office/officeart/2018/2/layout/IconVerticalSolidList"/>
    <dgm:cxn modelId="{C5D8BC71-A3AC-4654-8DB3-BD95DB3EC7E6}" type="presParOf" srcId="{D8558D7D-41F8-4BED-96DF-0265C70ED02A}" destId="{DC2FD4DD-90A5-479D-8218-95D21A9562FD}" srcOrd="8" destOrd="0" presId="urn:microsoft.com/office/officeart/2018/2/layout/IconVerticalSolidList"/>
    <dgm:cxn modelId="{6F2899C9-922B-4D08-951B-42CD9155DFC3}" type="presParOf" srcId="{DC2FD4DD-90A5-479D-8218-95D21A9562FD}" destId="{6C9D5C08-6F9E-4D26-9929-5DD6D420B0E8}" srcOrd="0" destOrd="0" presId="urn:microsoft.com/office/officeart/2018/2/layout/IconVerticalSolidList"/>
    <dgm:cxn modelId="{DA8DFD4E-36C5-45B7-99A1-0481059C5253}" type="presParOf" srcId="{DC2FD4DD-90A5-479D-8218-95D21A9562FD}" destId="{8914FF35-8A24-48CE-A746-57F6CBEE3FD3}" srcOrd="1" destOrd="0" presId="urn:microsoft.com/office/officeart/2018/2/layout/IconVerticalSolidList"/>
    <dgm:cxn modelId="{542C11B2-ECCA-4872-AEB5-0A4FDA5F4B19}" type="presParOf" srcId="{DC2FD4DD-90A5-479D-8218-95D21A9562FD}" destId="{772A810A-FC93-4DF6-82A9-D8C0937A4AF8}" srcOrd="2" destOrd="0" presId="urn:microsoft.com/office/officeart/2018/2/layout/IconVerticalSolidList"/>
    <dgm:cxn modelId="{AFF17B50-5D64-434F-AE43-24DCC16773DA}" type="presParOf" srcId="{DC2FD4DD-90A5-479D-8218-95D21A9562FD}" destId="{E195B219-01B8-49E4-88A0-A20E30172168}" srcOrd="3" destOrd="0" presId="urn:microsoft.com/office/officeart/2018/2/layout/IconVerticalSolidList"/>
    <dgm:cxn modelId="{30F5E3AC-E051-4381-AEAC-9E586D79437E}" type="presParOf" srcId="{D8558D7D-41F8-4BED-96DF-0265C70ED02A}" destId="{FE36840C-E42C-4CA0-90B4-1E31FB41B32F}" srcOrd="9" destOrd="0" presId="urn:microsoft.com/office/officeart/2018/2/layout/IconVerticalSolidList"/>
    <dgm:cxn modelId="{0222F0D2-E11D-425B-A99F-AF470191E04F}" type="presParOf" srcId="{D8558D7D-41F8-4BED-96DF-0265C70ED02A}" destId="{C5451318-28BD-4526-9CDA-09EC1AE70575}" srcOrd="10" destOrd="0" presId="urn:microsoft.com/office/officeart/2018/2/layout/IconVerticalSolidList"/>
    <dgm:cxn modelId="{8E4604B7-AE19-49FF-865D-678F54C8F7BE}" type="presParOf" srcId="{C5451318-28BD-4526-9CDA-09EC1AE70575}" destId="{78FD63FC-D9EF-42BB-87DE-EC92CB8EA732}" srcOrd="0" destOrd="0" presId="urn:microsoft.com/office/officeart/2018/2/layout/IconVerticalSolidList"/>
    <dgm:cxn modelId="{7DB906B8-7217-4CF8-9CBE-699AF48FB3BC}" type="presParOf" srcId="{C5451318-28BD-4526-9CDA-09EC1AE70575}" destId="{6CE30915-AED7-4748-9095-43EB960F18BC}" srcOrd="1" destOrd="0" presId="urn:microsoft.com/office/officeart/2018/2/layout/IconVerticalSolidList"/>
    <dgm:cxn modelId="{9B008785-08A0-4930-9C71-C377BC15D4DC}" type="presParOf" srcId="{C5451318-28BD-4526-9CDA-09EC1AE70575}" destId="{506DA3B6-926E-434A-A169-A2198748F082}" srcOrd="2" destOrd="0" presId="urn:microsoft.com/office/officeart/2018/2/layout/IconVerticalSolidList"/>
    <dgm:cxn modelId="{0040F9AC-C07C-480E-98A1-613696BAF1DC}" type="presParOf" srcId="{C5451318-28BD-4526-9CDA-09EC1AE70575}" destId="{6054608C-BB14-421D-8C80-5940D95ACD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64B9CC9-CDF1-4449-9340-AF040560A5E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020363-2EC7-4C3F-B04F-EA69ADE88477}">
      <dgm:prSet/>
      <dgm:spPr/>
      <dgm:t>
        <a:bodyPr/>
        <a:lstStyle/>
        <a:p>
          <a:r>
            <a:rPr lang="en-US" b="1"/>
            <a:t>base</a:t>
          </a:r>
          <a:r>
            <a:rPr lang="en-US"/>
            <a:t> → Setup &amp; configuration </a:t>
          </a:r>
        </a:p>
      </dgm:t>
    </dgm:pt>
    <dgm:pt modelId="{F7FF2CC7-78E5-4573-AF2B-42260FBBD67E}" type="parTrans" cxnId="{85D090F6-83A6-404F-9E5C-3886A9965B76}">
      <dgm:prSet/>
      <dgm:spPr/>
      <dgm:t>
        <a:bodyPr/>
        <a:lstStyle/>
        <a:p>
          <a:endParaRPr lang="en-US"/>
        </a:p>
      </dgm:t>
    </dgm:pt>
    <dgm:pt modelId="{A36B5E27-F05B-43DE-B9E5-74E274165E45}" type="sibTrans" cxnId="{85D090F6-83A6-404F-9E5C-3886A9965B76}">
      <dgm:prSet/>
      <dgm:spPr/>
      <dgm:t>
        <a:bodyPr/>
        <a:lstStyle/>
        <a:p>
          <a:endParaRPr lang="en-US"/>
        </a:p>
      </dgm:t>
    </dgm:pt>
    <dgm:pt modelId="{53046DE4-11F6-4FFB-BAE7-B0FA28E72AAE}">
      <dgm:prSet/>
      <dgm:spPr/>
      <dgm:t>
        <a:bodyPr/>
        <a:lstStyle/>
        <a:p>
          <a:r>
            <a:rPr lang="en-US" b="1"/>
            <a:t>hooks</a:t>
          </a:r>
          <a:r>
            <a:rPr lang="en-US"/>
            <a:t> → Pre/Post execution </a:t>
          </a:r>
        </a:p>
      </dgm:t>
    </dgm:pt>
    <dgm:pt modelId="{C0C6E664-158E-4375-9C98-ADC407186AE4}" type="parTrans" cxnId="{FFD72C40-797D-4F70-A20A-6AF5B8DAC142}">
      <dgm:prSet/>
      <dgm:spPr/>
      <dgm:t>
        <a:bodyPr/>
        <a:lstStyle/>
        <a:p>
          <a:endParaRPr lang="en-US"/>
        </a:p>
      </dgm:t>
    </dgm:pt>
    <dgm:pt modelId="{D495EB88-2283-4362-B409-7BB94F6669A5}" type="sibTrans" cxnId="{FFD72C40-797D-4F70-A20A-6AF5B8DAC142}">
      <dgm:prSet/>
      <dgm:spPr/>
      <dgm:t>
        <a:bodyPr/>
        <a:lstStyle/>
        <a:p>
          <a:endParaRPr lang="en-US"/>
        </a:p>
      </dgm:t>
    </dgm:pt>
    <dgm:pt modelId="{C5605333-1A11-4494-98A6-981276409B1A}">
      <dgm:prSet/>
      <dgm:spPr/>
      <dgm:t>
        <a:bodyPr/>
        <a:lstStyle/>
        <a:p>
          <a:r>
            <a:rPr lang="en-US" b="1"/>
            <a:t>runners</a:t>
          </a:r>
          <a:r>
            <a:rPr lang="en-US"/>
            <a:t> → Test execution entry </a:t>
          </a:r>
        </a:p>
      </dgm:t>
    </dgm:pt>
    <dgm:pt modelId="{46078503-F2B1-4FB0-BC49-497501D5EF98}" type="parTrans" cxnId="{90C0A01E-F6BD-4180-82A8-5D7A70460B00}">
      <dgm:prSet/>
      <dgm:spPr/>
      <dgm:t>
        <a:bodyPr/>
        <a:lstStyle/>
        <a:p>
          <a:endParaRPr lang="en-US"/>
        </a:p>
      </dgm:t>
    </dgm:pt>
    <dgm:pt modelId="{EF52080F-FB4C-46F8-BEA0-EE5A05C62366}" type="sibTrans" cxnId="{90C0A01E-F6BD-4180-82A8-5D7A70460B00}">
      <dgm:prSet/>
      <dgm:spPr/>
      <dgm:t>
        <a:bodyPr/>
        <a:lstStyle/>
        <a:p>
          <a:endParaRPr lang="en-US"/>
        </a:p>
      </dgm:t>
    </dgm:pt>
    <dgm:pt modelId="{844CD882-90BA-49D0-A1F1-CE24319ED088}">
      <dgm:prSet/>
      <dgm:spPr/>
      <dgm:t>
        <a:bodyPr/>
        <a:lstStyle/>
        <a:p>
          <a:r>
            <a:rPr lang="en-US" b="1" err="1"/>
            <a:t>stepDefinitions</a:t>
          </a:r>
          <a:r>
            <a:rPr lang="en-US"/>
            <a:t> → Test logic implementation </a:t>
          </a:r>
        </a:p>
      </dgm:t>
    </dgm:pt>
    <dgm:pt modelId="{1A0FFD15-FCB6-46D6-8116-C677AD290E5C}" type="parTrans" cxnId="{3548C841-FE1B-49A2-BE23-66E81CC67E9F}">
      <dgm:prSet/>
      <dgm:spPr/>
      <dgm:t>
        <a:bodyPr/>
        <a:lstStyle/>
        <a:p>
          <a:endParaRPr lang="en-US"/>
        </a:p>
      </dgm:t>
    </dgm:pt>
    <dgm:pt modelId="{E4F8748E-F2D0-4AD9-89CE-752245DF8A3F}" type="sibTrans" cxnId="{3548C841-FE1B-49A2-BE23-66E81CC67E9F}">
      <dgm:prSet/>
      <dgm:spPr/>
      <dgm:t>
        <a:bodyPr/>
        <a:lstStyle/>
        <a:p>
          <a:endParaRPr lang="en-US"/>
        </a:p>
      </dgm:t>
    </dgm:pt>
    <dgm:pt modelId="{08D9ED41-5995-4DA5-8CBB-77C741566BBF}">
      <dgm:prSet/>
      <dgm:spPr/>
      <dgm:t>
        <a:bodyPr/>
        <a:lstStyle/>
        <a:p>
          <a:r>
            <a:rPr lang="en-US" b="1"/>
            <a:t>utils</a:t>
          </a:r>
          <a:r>
            <a:rPr lang="en-US"/>
            <a:t> → Reusable methods </a:t>
          </a:r>
        </a:p>
      </dgm:t>
    </dgm:pt>
    <dgm:pt modelId="{CBB40FC2-0E19-4D95-B8A8-E3D8468CB6D4}" type="parTrans" cxnId="{4B0EC3C1-8476-499D-951E-750B71D027D9}">
      <dgm:prSet/>
      <dgm:spPr/>
      <dgm:t>
        <a:bodyPr/>
        <a:lstStyle/>
        <a:p>
          <a:endParaRPr lang="en-US"/>
        </a:p>
      </dgm:t>
    </dgm:pt>
    <dgm:pt modelId="{CB513A0F-50B8-4EE2-A183-BA385E239333}" type="sibTrans" cxnId="{4B0EC3C1-8476-499D-951E-750B71D027D9}">
      <dgm:prSet/>
      <dgm:spPr/>
      <dgm:t>
        <a:bodyPr/>
        <a:lstStyle/>
        <a:p>
          <a:endParaRPr lang="en-US"/>
        </a:p>
      </dgm:t>
    </dgm:pt>
    <dgm:pt modelId="{3CB6CBD8-7699-4598-93E4-002301BD6374}">
      <dgm:prSet/>
      <dgm:spPr/>
      <dgm:t>
        <a:bodyPr/>
        <a:lstStyle/>
        <a:p>
          <a:r>
            <a:rPr lang="en-US" b="1" err="1"/>
            <a:t>pojo</a:t>
          </a:r>
          <a:r>
            <a:rPr lang="en-US"/>
            <a:t> → Data models </a:t>
          </a:r>
        </a:p>
      </dgm:t>
    </dgm:pt>
    <dgm:pt modelId="{829F6253-88AD-4AB0-B83B-B1A348BC48F5}" type="parTrans" cxnId="{333C5944-A805-4333-9A1A-FFAD491E9358}">
      <dgm:prSet/>
      <dgm:spPr/>
      <dgm:t>
        <a:bodyPr/>
        <a:lstStyle/>
        <a:p>
          <a:endParaRPr lang="en-US"/>
        </a:p>
      </dgm:t>
    </dgm:pt>
    <dgm:pt modelId="{B3DA4F1D-20EF-47B8-B8BF-C9808FE62255}" type="sibTrans" cxnId="{333C5944-A805-4333-9A1A-FFAD491E9358}">
      <dgm:prSet/>
      <dgm:spPr/>
      <dgm:t>
        <a:bodyPr/>
        <a:lstStyle/>
        <a:p>
          <a:endParaRPr lang="en-US"/>
        </a:p>
      </dgm:t>
    </dgm:pt>
    <dgm:pt modelId="{48AB0ADC-337B-4D9F-860D-C62E2CCCD469}">
      <dgm:prSet/>
      <dgm:spPr/>
      <dgm:t>
        <a:bodyPr/>
        <a:lstStyle/>
        <a:p>
          <a:r>
            <a:rPr lang="en-US" b="1"/>
            <a:t>features</a:t>
          </a:r>
          <a:r>
            <a:rPr lang="en-US"/>
            <a:t> → BDD test scenarios </a:t>
          </a:r>
        </a:p>
      </dgm:t>
    </dgm:pt>
    <dgm:pt modelId="{931F5379-6ABD-4952-8AB8-EFEE7180195C}" type="parTrans" cxnId="{AB9D6603-F5C1-41AF-902F-6772F1E2C27B}">
      <dgm:prSet/>
      <dgm:spPr/>
      <dgm:t>
        <a:bodyPr/>
        <a:lstStyle/>
        <a:p>
          <a:endParaRPr lang="en-US"/>
        </a:p>
      </dgm:t>
    </dgm:pt>
    <dgm:pt modelId="{B2DEF8A0-C9E9-4102-AF9C-978C4C17329E}" type="sibTrans" cxnId="{AB9D6603-F5C1-41AF-902F-6772F1E2C27B}">
      <dgm:prSet/>
      <dgm:spPr/>
      <dgm:t>
        <a:bodyPr/>
        <a:lstStyle/>
        <a:p>
          <a:endParaRPr lang="en-US"/>
        </a:p>
      </dgm:t>
    </dgm:pt>
    <dgm:pt modelId="{C8A50590-DA5F-4695-B06D-7C7CFE51FA23}">
      <dgm:prSet/>
      <dgm:spPr/>
      <dgm:t>
        <a:bodyPr/>
        <a:lstStyle/>
        <a:p>
          <a:r>
            <a:rPr lang="en-US" b="1"/>
            <a:t>config</a:t>
          </a:r>
          <a:r>
            <a:rPr lang="en-US"/>
            <a:t> → Environment settings </a:t>
          </a:r>
        </a:p>
      </dgm:t>
    </dgm:pt>
    <dgm:pt modelId="{25B2C62B-37D6-4E4A-B50D-FB8C156A35B2}" type="parTrans" cxnId="{E9AB152C-0E44-4A19-A541-706DF534FE84}">
      <dgm:prSet/>
      <dgm:spPr/>
      <dgm:t>
        <a:bodyPr/>
        <a:lstStyle/>
        <a:p>
          <a:endParaRPr lang="en-US"/>
        </a:p>
      </dgm:t>
    </dgm:pt>
    <dgm:pt modelId="{FD1D4B11-2191-498B-9911-4B864019F539}" type="sibTrans" cxnId="{E9AB152C-0E44-4A19-A541-706DF534FE84}">
      <dgm:prSet/>
      <dgm:spPr/>
      <dgm:t>
        <a:bodyPr/>
        <a:lstStyle/>
        <a:p>
          <a:endParaRPr lang="en-US"/>
        </a:p>
      </dgm:t>
    </dgm:pt>
    <dgm:pt modelId="{392109DE-0D68-4D5B-935F-AF35098D3E78}">
      <dgm:prSet/>
      <dgm:spPr/>
      <dgm:t>
        <a:bodyPr/>
        <a:lstStyle/>
        <a:p>
          <a:r>
            <a:rPr lang="en-US" b="1"/>
            <a:t>log4j</a:t>
          </a:r>
          <a:r>
            <a:rPr lang="en-US"/>
            <a:t> → Logging</a:t>
          </a:r>
        </a:p>
      </dgm:t>
    </dgm:pt>
    <dgm:pt modelId="{BAFCA95B-80DD-4981-B1BB-0B3A6D9FD939}" type="parTrans" cxnId="{0EB9ACCC-230F-42A6-B2BD-761695B59044}">
      <dgm:prSet/>
      <dgm:spPr/>
      <dgm:t>
        <a:bodyPr/>
        <a:lstStyle/>
        <a:p>
          <a:endParaRPr lang="en-US"/>
        </a:p>
      </dgm:t>
    </dgm:pt>
    <dgm:pt modelId="{DA27F946-96CD-4EEC-BFBD-176970F041AC}" type="sibTrans" cxnId="{0EB9ACCC-230F-42A6-B2BD-761695B59044}">
      <dgm:prSet/>
      <dgm:spPr/>
      <dgm:t>
        <a:bodyPr/>
        <a:lstStyle/>
        <a:p>
          <a:endParaRPr lang="en-US"/>
        </a:p>
      </dgm:t>
    </dgm:pt>
    <dgm:pt modelId="{1E71E5B3-E66C-4D8B-8D6A-866470D60A04}" type="pres">
      <dgm:prSet presAssocID="{164B9CC9-CDF1-4449-9340-AF040560A5EA}" presName="vert0" presStyleCnt="0">
        <dgm:presLayoutVars>
          <dgm:dir/>
          <dgm:animOne val="branch"/>
          <dgm:animLvl val="lvl"/>
        </dgm:presLayoutVars>
      </dgm:prSet>
      <dgm:spPr/>
    </dgm:pt>
    <dgm:pt modelId="{961A4DA1-1BEE-4FFC-9DC1-9CF01E829EAC}" type="pres">
      <dgm:prSet presAssocID="{5C020363-2EC7-4C3F-B04F-EA69ADE88477}" presName="thickLine" presStyleLbl="alignNode1" presStyleIdx="0" presStyleCnt="9"/>
      <dgm:spPr/>
    </dgm:pt>
    <dgm:pt modelId="{36936A73-AB07-41EF-8159-0EFC494AF929}" type="pres">
      <dgm:prSet presAssocID="{5C020363-2EC7-4C3F-B04F-EA69ADE88477}" presName="horz1" presStyleCnt="0"/>
      <dgm:spPr/>
    </dgm:pt>
    <dgm:pt modelId="{B0A1D594-165E-442C-970E-B7A4DB9B6051}" type="pres">
      <dgm:prSet presAssocID="{5C020363-2EC7-4C3F-B04F-EA69ADE88477}" presName="tx1" presStyleLbl="revTx" presStyleIdx="0" presStyleCnt="9"/>
      <dgm:spPr/>
    </dgm:pt>
    <dgm:pt modelId="{50A3FCB6-3E15-4AAA-83D7-DDE18F5D4B86}" type="pres">
      <dgm:prSet presAssocID="{5C020363-2EC7-4C3F-B04F-EA69ADE88477}" presName="vert1" presStyleCnt="0"/>
      <dgm:spPr/>
    </dgm:pt>
    <dgm:pt modelId="{1DD14C7C-2F7F-4BCC-9A39-6DC839E4F0C3}" type="pres">
      <dgm:prSet presAssocID="{53046DE4-11F6-4FFB-BAE7-B0FA28E72AAE}" presName="thickLine" presStyleLbl="alignNode1" presStyleIdx="1" presStyleCnt="9"/>
      <dgm:spPr/>
    </dgm:pt>
    <dgm:pt modelId="{E18D96AC-F43A-45F8-BFFD-71E8F2C63A43}" type="pres">
      <dgm:prSet presAssocID="{53046DE4-11F6-4FFB-BAE7-B0FA28E72AAE}" presName="horz1" presStyleCnt="0"/>
      <dgm:spPr/>
    </dgm:pt>
    <dgm:pt modelId="{9414012E-A264-4E5A-A382-8445CCE075A1}" type="pres">
      <dgm:prSet presAssocID="{53046DE4-11F6-4FFB-BAE7-B0FA28E72AAE}" presName="tx1" presStyleLbl="revTx" presStyleIdx="1" presStyleCnt="9"/>
      <dgm:spPr/>
    </dgm:pt>
    <dgm:pt modelId="{9A1F8A9F-24C1-40B3-814E-2EA2F9B63A18}" type="pres">
      <dgm:prSet presAssocID="{53046DE4-11F6-4FFB-BAE7-B0FA28E72AAE}" presName="vert1" presStyleCnt="0"/>
      <dgm:spPr/>
    </dgm:pt>
    <dgm:pt modelId="{DFE36B47-1A4C-4E6E-9D04-9E8CC6368354}" type="pres">
      <dgm:prSet presAssocID="{C5605333-1A11-4494-98A6-981276409B1A}" presName="thickLine" presStyleLbl="alignNode1" presStyleIdx="2" presStyleCnt="9"/>
      <dgm:spPr/>
    </dgm:pt>
    <dgm:pt modelId="{CC68C745-D7B9-476E-8567-2680FEC0C3A6}" type="pres">
      <dgm:prSet presAssocID="{C5605333-1A11-4494-98A6-981276409B1A}" presName="horz1" presStyleCnt="0"/>
      <dgm:spPr/>
    </dgm:pt>
    <dgm:pt modelId="{DD38B0DD-F436-4F8B-8938-4A51E709EE08}" type="pres">
      <dgm:prSet presAssocID="{C5605333-1A11-4494-98A6-981276409B1A}" presName="tx1" presStyleLbl="revTx" presStyleIdx="2" presStyleCnt="9"/>
      <dgm:spPr/>
    </dgm:pt>
    <dgm:pt modelId="{5AB435B6-6BEA-4375-A36E-030794C00672}" type="pres">
      <dgm:prSet presAssocID="{C5605333-1A11-4494-98A6-981276409B1A}" presName="vert1" presStyleCnt="0"/>
      <dgm:spPr/>
    </dgm:pt>
    <dgm:pt modelId="{7C4FEFCC-253E-42F4-8D50-58D9F3066F96}" type="pres">
      <dgm:prSet presAssocID="{844CD882-90BA-49D0-A1F1-CE24319ED088}" presName="thickLine" presStyleLbl="alignNode1" presStyleIdx="3" presStyleCnt="9"/>
      <dgm:spPr/>
    </dgm:pt>
    <dgm:pt modelId="{C989783E-02BF-4AF5-96FD-6B05ED60CBE7}" type="pres">
      <dgm:prSet presAssocID="{844CD882-90BA-49D0-A1F1-CE24319ED088}" presName="horz1" presStyleCnt="0"/>
      <dgm:spPr/>
    </dgm:pt>
    <dgm:pt modelId="{76F4A378-C1D5-4FE2-9D0D-F7ABC8F7F9BD}" type="pres">
      <dgm:prSet presAssocID="{844CD882-90BA-49D0-A1F1-CE24319ED088}" presName="tx1" presStyleLbl="revTx" presStyleIdx="3" presStyleCnt="9"/>
      <dgm:spPr/>
    </dgm:pt>
    <dgm:pt modelId="{F72EC335-C284-414B-9209-BB13FEDD7D3C}" type="pres">
      <dgm:prSet presAssocID="{844CD882-90BA-49D0-A1F1-CE24319ED088}" presName="vert1" presStyleCnt="0"/>
      <dgm:spPr/>
    </dgm:pt>
    <dgm:pt modelId="{E4FFDDCD-62C5-4D2B-B552-11CBD745D96A}" type="pres">
      <dgm:prSet presAssocID="{08D9ED41-5995-4DA5-8CBB-77C741566BBF}" presName="thickLine" presStyleLbl="alignNode1" presStyleIdx="4" presStyleCnt="9"/>
      <dgm:spPr/>
    </dgm:pt>
    <dgm:pt modelId="{1A50CECA-B8B0-402D-B23E-E7A6BE3D7BE0}" type="pres">
      <dgm:prSet presAssocID="{08D9ED41-5995-4DA5-8CBB-77C741566BBF}" presName="horz1" presStyleCnt="0"/>
      <dgm:spPr/>
    </dgm:pt>
    <dgm:pt modelId="{5D8BFBF1-2BC8-4D33-AC36-AE53DC7CCBE1}" type="pres">
      <dgm:prSet presAssocID="{08D9ED41-5995-4DA5-8CBB-77C741566BBF}" presName="tx1" presStyleLbl="revTx" presStyleIdx="4" presStyleCnt="9"/>
      <dgm:spPr/>
    </dgm:pt>
    <dgm:pt modelId="{FE5666EC-E117-467B-9541-2371B230F5AA}" type="pres">
      <dgm:prSet presAssocID="{08D9ED41-5995-4DA5-8CBB-77C741566BBF}" presName="vert1" presStyleCnt="0"/>
      <dgm:spPr/>
    </dgm:pt>
    <dgm:pt modelId="{ABB5E8DC-5434-48D6-A49F-9E385E00342F}" type="pres">
      <dgm:prSet presAssocID="{3CB6CBD8-7699-4598-93E4-002301BD6374}" presName="thickLine" presStyleLbl="alignNode1" presStyleIdx="5" presStyleCnt="9"/>
      <dgm:spPr/>
    </dgm:pt>
    <dgm:pt modelId="{7573A7AE-2589-477C-8C51-A14070CD4805}" type="pres">
      <dgm:prSet presAssocID="{3CB6CBD8-7699-4598-93E4-002301BD6374}" presName="horz1" presStyleCnt="0"/>
      <dgm:spPr/>
    </dgm:pt>
    <dgm:pt modelId="{3718D99A-7EF0-4FFA-823F-48BA72B3C614}" type="pres">
      <dgm:prSet presAssocID="{3CB6CBD8-7699-4598-93E4-002301BD6374}" presName="tx1" presStyleLbl="revTx" presStyleIdx="5" presStyleCnt="9"/>
      <dgm:spPr/>
    </dgm:pt>
    <dgm:pt modelId="{F525B8BF-70AC-40A3-98DB-4E37CD83C2CA}" type="pres">
      <dgm:prSet presAssocID="{3CB6CBD8-7699-4598-93E4-002301BD6374}" presName="vert1" presStyleCnt="0"/>
      <dgm:spPr/>
    </dgm:pt>
    <dgm:pt modelId="{17F4CE38-52AF-4A31-ADF5-010D0E3BCD5E}" type="pres">
      <dgm:prSet presAssocID="{48AB0ADC-337B-4D9F-860D-C62E2CCCD469}" presName="thickLine" presStyleLbl="alignNode1" presStyleIdx="6" presStyleCnt="9"/>
      <dgm:spPr/>
    </dgm:pt>
    <dgm:pt modelId="{3BCC7FCA-7EA3-4BEE-95A2-26EEED9325C0}" type="pres">
      <dgm:prSet presAssocID="{48AB0ADC-337B-4D9F-860D-C62E2CCCD469}" presName="horz1" presStyleCnt="0"/>
      <dgm:spPr/>
    </dgm:pt>
    <dgm:pt modelId="{E9CE65CD-BF05-40BD-B10F-319196D31C6B}" type="pres">
      <dgm:prSet presAssocID="{48AB0ADC-337B-4D9F-860D-C62E2CCCD469}" presName="tx1" presStyleLbl="revTx" presStyleIdx="6" presStyleCnt="9"/>
      <dgm:spPr/>
    </dgm:pt>
    <dgm:pt modelId="{AEB67A6A-89D5-4A7E-87B2-674BFD46D18F}" type="pres">
      <dgm:prSet presAssocID="{48AB0ADC-337B-4D9F-860D-C62E2CCCD469}" presName="vert1" presStyleCnt="0"/>
      <dgm:spPr/>
    </dgm:pt>
    <dgm:pt modelId="{A0D32BA8-6FB8-41C3-8568-8E349A06FFF3}" type="pres">
      <dgm:prSet presAssocID="{C8A50590-DA5F-4695-B06D-7C7CFE51FA23}" presName="thickLine" presStyleLbl="alignNode1" presStyleIdx="7" presStyleCnt="9"/>
      <dgm:spPr/>
    </dgm:pt>
    <dgm:pt modelId="{04F6FDAE-EE81-4838-9A3F-4684FDDBD024}" type="pres">
      <dgm:prSet presAssocID="{C8A50590-DA5F-4695-B06D-7C7CFE51FA23}" presName="horz1" presStyleCnt="0"/>
      <dgm:spPr/>
    </dgm:pt>
    <dgm:pt modelId="{1098A133-D087-40C1-B7F2-E35742E8B025}" type="pres">
      <dgm:prSet presAssocID="{C8A50590-DA5F-4695-B06D-7C7CFE51FA23}" presName="tx1" presStyleLbl="revTx" presStyleIdx="7" presStyleCnt="9"/>
      <dgm:spPr/>
    </dgm:pt>
    <dgm:pt modelId="{AD707830-82D7-4F22-8F53-A1E0F109F614}" type="pres">
      <dgm:prSet presAssocID="{C8A50590-DA5F-4695-B06D-7C7CFE51FA23}" presName="vert1" presStyleCnt="0"/>
      <dgm:spPr/>
    </dgm:pt>
    <dgm:pt modelId="{307D5AF2-5008-42A0-ABFE-FECB61145F6F}" type="pres">
      <dgm:prSet presAssocID="{392109DE-0D68-4D5B-935F-AF35098D3E78}" presName="thickLine" presStyleLbl="alignNode1" presStyleIdx="8" presStyleCnt="9"/>
      <dgm:spPr/>
    </dgm:pt>
    <dgm:pt modelId="{A4E4C8CF-242C-4C91-9499-62E30E2C0B4E}" type="pres">
      <dgm:prSet presAssocID="{392109DE-0D68-4D5B-935F-AF35098D3E78}" presName="horz1" presStyleCnt="0"/>
      <dgm:spPr/>
    </dgm:pt>
    <dgm:pt modelId="{78BAC5D6-38F6-4E3B-BA7B-C5BD8EF2AC9B}" type="pres">
      <dgm:prSet presAssocID="{392109DE-0D68-4D5B-935F-AF35098D3E78}" presName="tx1" presStyleLbl="revTx" presStyleIdx="8" presStyleCnt="9"/>
      <dgm:spPr/>
    </dgm:pt>
    <dgm:pt modelId="{ED9AFB86-2BEC-4D97-9A62-0D6BA9FF9B84}" type="pres">
      <dgm:prSet presAssocID="{392109DE-0D68-4D5B-935F-AF35098D3E78}" presName="vert1" presStyleCnt="0"/>
      <dgm:spPr/>
    </dgm:pt>
  </dgm:ptLst>
  <dgm:cxnLst>
    <dgm:cxn modelId="{AB9D6603-F5C1-41AF-902F-6772F1E2C27B}" srcId="{164B9CC9-CDF1-4449-9340-AF040560A5EA}" destId="{48AB0ADC-337B-4D9F-860D-C62E2CCCD469}" srcOrd="6" destOrd="0" parTransId="{931F5379-6ABD-4952-8AB8-EFEE7180195C}" sibTransId="{B2DEF8A0-C9E9-4102-AF9C-978C4C17329E}"/>
    <dgm:cxn modelId="{C402FC08-0D76-4E97-8711-E3609CE4423F}" type="presOf" srcId="{C8A50590-DA5F-4695-B06D-7C7CFE51FA23}" destId="{1098A133-D087-40C1-B7F2-E35742E8B025}" srcOrd="0" destOrd="0" presId="urn:microsoft.com/office/officeart/2008/layout/LinedList"/>
    <dgm:cxn modelId="{90C0A01E-F6BD-4180-82A8-5D7A70460B00}" srcId="{164B9CC9-CDF1-4449-9340-AF040560A5EA}" destId="{C5605333-1A11-4494-98A6-981276409B1A}" srcOrd="2" destOrd="0" parTransId="{46078503-F2B1-4FB0-BC49-497501D5EF98}" sibTransId="{EF52080F-FB4C-46F8-BEA0-EE5A05C62366}"/>
    <dgm:cxn modelId="{8C54C927-B2C0-4F19-8347-ABD7034D91FF}" type="presOf" srcId="{48AB0ADC-337B-4D9F-860D-C62E2CCCD469}" destId="{E9CE65CD-BF05-40BD-B10F-319196D31C6B}" srcOrd="0" destOrd="0" presId="urn:microsoft.com/office/officeart/2008/layout/LinedList"/>
    <dgm:cxn modelId="{8608EC2A-39AC-4BF4-895C-AC2B3E6E12CC}" type="presOf" srcId="{53046DE4-11F6-4FFB-BAE7-B0FA28E72AAE}" destId="{9414012E-A264-4E5A-A382-8445CCE075A1}" srcOrd="0" destOrd="0" presId="urn:microsoft.com/office/officeart/2008/layout/LinedList"/>
    <dgm:cxn modelId="{E9AB152C-0E44-4A19-A541-706DF534FE84}" srcId="{164B9CC9-CDF1-4449-9340-AF040560A5EA}" destId="{C8A50590-DA5F-4695-B06D-7C7CFE51FA23}" srcOrd="7" destOrd="0" parTransId="{25B2C62B-37D6-4E4A-B50D-FB8C156A35B2}" sibTransId="{FD1D4B11-2191-498B-9911-4B864019F539}"/>
    <dgm:cxn modelId="{E5A0F133-063D-45B0-98C7-9989A9F49F4A}" type="presOf" srcId="{164B9CC9-CDF1-4449-9340-AF040560A5EA}" destId="{1E71E5B3-E66C-4D8B-8D6A-866470D60A04}" srcOrd="0" destOrd="0" presId="urn:microsoft.com/office/officeart/2008/layout/LinedList"/>
    <dgm:cxn modelId="{FFD72C40-797D-4F70-A20A-6AF5B8DAC142}" srcId="{164B9CC9-CDF1-4449-9340-AF040560A5EA}" destId="{53046DE4-11F6-4FFB-BAE7-B0FA28E72AAE}" srcOrd="1" destOrd="0" parTransId="{C0C6E664-158E-4375-9C98-ADC407186AE4}" sibTransId="{D495EB88-2283-4362-B409-7BB94F6669A5}"/>
    <dgm:cxn modelId="{3548C841-FE1B-49A2-BE23-66E81CC67E9F}" srcId="{164B9CC9-CDF1-4449-9340-AF040560A5EA}" destId="{844CD882-90BA-49D0-A1F1-CE24319ED088}" srcOrd="3" destOrd="0" parTransId="{1A0FFD15-FCB6-46D6-8116-C677AD290E5C}" sibTransId="{E4F8748E-F2D0-4AD9-89CE-752245DF8A3F}"/>
    <dgm:cxn modelId="{24091263-3841-4733-8B8E-30570D973AAB}" type="presOf" srcId="{844CD882-90BA-49D0-A1F1-CE24319ED088}" destId="{76F4A378-C1D5-4FE2-9D0D-F7ABC8F7F9BD}" srcOrd="0" destOrd="0" presId="urn:microsoft.com/office/officeart/2008/layout/LinedList"/>
    <dgm:cxn modelId="{333C5944-A805-4333-9A1A-FFAD491E9358}" srcId="{164B9CC9-CDF1-4449-9340-AF040560A5EA}" destId="{3CB6CBD8-7699-4598-93E4-002301BD6374}" srcOrd="5" destOrd="0" parTransId="{829F6253-88AD-4AB0-B83B-B1A348BC48F5}" sibTransId="{B3DA4F1D-20EF-47B8-B8BF-C9808FE62255}"/>
    <dgm:cxn modelId="{F310F355-1B03-41CC-8189-ACD66EFB2A3D}" type="presOf" srcId="{08D9ED41-5995-4DA5-8CBB-77C741566BBF}" destId="{5D8BFBF1-2BC8-4D33-AC36-AE53DC7CCBE1}" srcOrd="0" destOrd="0" presId="urn:microsoft.com/office/officeart/2008/layout/LinedList"/>
    <dgm:cxn modelId="{8D27A2B2-9B05-4E9E-90B5-2B7E606BCC10}" type="presOf" srcId="{5C020363-2EC7-4C3F-B04F-EA69ADE88477}" destId="{B0A1D594-165E-442C-970E-B7A4DB9B6051}" srcOrd="0" destOrd="0" presId="urn:microsoft.com/office/officeart/2008/layout/LinedList"/>
    <dgm:cxn modelId="{92A30EB9-6283-4A1C-A8FA-5E19BC7623BB}" type="presOf" srcId="{C5605333-1A11-4494-98A6-981276409B1A}" destId="{DD38B0DD-F436-4F8B-8938-4A51E709EE08}" srcOrd="0" destOrd="0" presId="urn:microsoft.com/office/officeart/2008/layout/LinedList"/>
    <dgm:cxn modelId="{4B0EC3C1-8476-499D-951E-750B71D027D9}" srcId="{164B9CC9-CDF1-4449-9340-AF040560A5EA}" destId="{08D9ED41-5995-4DA5-8CBB-77C741566BBF}" srcOrd="4" destOrd="0" parTransId="{CBB40FC2-0E19-4D95-B8A8-E3D8468CB6D4}" sibTransId="{CB513A0F-50B8-4EE2-A183-BA385E239333}"/>
    <dgm:cxn modelId="{0EB9ACCC-230F-42A6-B2BD-761695B59044}" srcId="{164B9CC9-CDF1-4449-9340-AF040560A5EA}" destId="{392109DE-0D68-4D5B-935F-AF35098D3E78}" srcOrd="8" destOrd="0" parTransId="{BAFCA95B-80DD-4981-B1BB-0B3A6D9FD939}" sibTransId="{DA27F946-96CD-4EEC-BFBD-176970F041AC}"/>
    <dgm:cxn modelId="{1F0D05D0-DD39-4B00-85B8-CC9B32A2E299}" type="presOf" srcId="{392109DE-0D68-4D5B-935F-AF35098D3E78}" destId="{78BAC5D6-38F6-4E3B-BA7B-C5BD8EF2AC9B}" srcOrd="0" destOrd="0" presId="urn:microsoft.com/office/officeart/2008/layout/LinedList"/>
    <dgm:cxn modelId="{327BBCEB-5258-40AE-BAD4-D708085B827F}" type="presOf" srcId="{3CB6CBD8-7699-4598-93E4-002301BD6374}" destId="{3718D99A-7EF0-4FFA-823F-48BA72B3C614}" srcOrd="0" destOrd="0" presId="urn:microsoft.com/office/officeart/2008/layout/LinedList"/>
    <dgm:cxn modelId="{85D090F6-83A6-404F-9E5C-3886A9965B76}" srcId="{164B9CC9-CDF1-4449-9340-AF040560A5EA}" destId="{5C020363-2EC7-4C3F-B04F-EA69ADE88477}" srcOrd="0" destOrd="0" parTransId="{F7FF2CC7-78E5-4573-AF2B-42260FBBD67E}" sibTransId="{A36B5E27-F05B-43DE-B9E5-74E274165E45}"/>
    <dgm:cxn modelId="{A6138936-14B8-4526-BD7C-E1975560619E}" type="presParOf" srcId="{1E71E5B3-E66C-4D8B-8D6A-866470D60A04}" destId="{961A4DA1-1BEE-4FFC-9DC1-9CF01E829EAC}" srcOrd="0" destOrd="0" presId="urn:microsoft.com/office/officeart/2008/layout/LinedList"/>
    <dgm:cxn modelId="{BFF4BB81-95C4-443C-97FA-001AA46B95C3}" type="presParOf" srcId="{1E71E5B3-E66C-4D8B-8D6A-866470D60A04}" destId="{36936A73-AB07-41EF-8159-0EFC494AF929}" srcOrd="1" destOrd="0" presId="urn:microsoft.com/office/officeart/2008/layout/LinedList"/>
    <dgm:cxn modelId="{6BE0F955-2881-4853-B666-CC254A59B92F}" type="presParOf" srcId="{36936A73-AB07-41EF-8159-0EFC494AF929}" destId="{B0A1D594-165E-442C-970E-B7A4DB9B6051}" srcOrd="0" destOrd="0" presId="urn:microsoft.com/office/officeart/2008/layout/LinedList"/>
    <dgm:cxn modelId="{C844286E-F810-4527-8A2A-81DCE895CCC1}" type="presParOf" srcId="{36936A73-AB07-41EF-8159-0EFC494AF929}" destId="{50A3FCB6-3E15-4AAA-83D7-DDE18F5D4B86}" srcOrd="1" destOrd="0" presId="urn:microsoft.com/office/officeart/2008/layout/LinedList"/>
    <dgm:cxn modelId="{BBE21EC3-B1ED-474C-929A-7043B0CDFB58}" type="presParOf" srcId="{1E71E5B3-E66C-4D8B-8D6A-866470D60A04}" destId="{1DD14C7C-2F7F-4BCC-9A39-6DC839E4F0C3}" srcOrd="2" destOrd="0" presId="urn:microsoft.com/office/officeart/2008/layout/LinedList"/>
    <dgm:cxn modelId="{CDA99389-0BED-4D2B-9F58-C5F577A0E608}" type="presParOf" srcId="{1E71E5B3-E66C-4D8B-8D6A-866470D60A04}" destId="{E18D96AC-F43A-45F8-BFFD-71E8F2C63A43}" srcOrd="3" destOrd="0" presId="urn:microsoft.com/office/officeart/2008/layout/LinedList"/>
    <dgm:cxn modelId="{0E0CB75B-AC1F-47C2-8AA8-A75DEAFE1EF1}" type="presParOf" srcId="{E18D96AC-F43A-45F8-BFFD-71E8F2C63A43}" destId="{9414012E-A264-4E5A-A382-8445CCE075A1}" srcOrd="0" destOrd="0" presId="urn:microsoft.com/office/officeart/2008/layout/LinedList"/>
    <dgm:cxn modelId="{DB072B2C-C92B-44E2-8F5C-A16FECB602A2}" type="presParOf" srcId="{E18D96AC-F43A-45F8-BFFD-71E8F2C63A43}" destId="{9A1F8A9F-24C1-40B3-814E-2EA2F9B63A18}" srcOrd="1" destOrd="0" presId="urn:microsoft.com/office/officeart/2008/layout/LinedList"/>
    <dgm:cxn modelId="{AAF521D1-0E54-4EF6-9267-261FB40C4E06}" type="presParOf" srcId="{1E71E5B3-E66C-4D8B-8D6A-866470D60A04}" destId="{DFE36B47-1A4C-4E6E-9D04-9E8CC6368354}" srcOrd="4" destOrd="0" presId="urn:microsoft.com/office/officeart/2008/layout/LinedList"/>
    <dgm:cxn modelId="{74B541FD-0185-49E8-8481-45BF97D9224B}" type="presParOf" srcId="{1E71E5B3-E66C-4D8B-8D6A-866470D60A04}" destId="{CC68C745-D7B9-476E-8567-2680FEC0C3A6}" srcOrd="5" destOrd="0" presId="urn:microsoft.com/office/officeart/2008/layout/LinedList"/>
    <dgm:cxn modelId="{0565EFFF-4F51-494D-A92F-669BDC024A9F}" type="presParOf" srcId="{CC68C745-D7B9-476E-8567-2680FEC0C3A6}" destId="{DD38B0DD-F436-4F8B-8938-4A51E709EE08}" srcOrd="0" destOrd="0" presId="urn:microsoft.com/office/officeart/2008/layout/LinedList"/>
    <dgm:cxn modelId="{F3B25390-3CE3-4DEB-A3D0-CE7F2CCE1371}" type="presParOf" srcId="{CC68C745-D7B9-476E-8567-2680FEC0C3A6}" destId="{5AB435B6-6BEA-4375-A36E-030794C00672}" srcOrd="1" destOrd="0" presId="urn:microsoft.com/office/officeart/2008/layout/LinedList"/>
    <dgm:cxn modelId="{AF7DF0E7-D63A-45EE-9353-971C607A06B6}" type="presParOf" srcId="{1E71E5B3-E66C-4D8B-8D6A-866470D60A04}" destId="{7C4FEFCC-253E-42F4-8D50-58D9F3066F96}" srcOrd="6" destOrd="0" presId="urn:microsoft.com/office/officeart/2008/layout/LinedList"/>
    <dgm:cxn modelId="{C5113DE5-55C3-4930-AB21-E5167C737AB2}" type="presParOf" srcId="{1E71E5B3-E66C-4D8B-8D6A-866470D60A04}" destId="{C989783E-02BF-4AF5-96FD-6B05ED60CBE7}" srcOrd="7" destOrd="0" presId="urn:microsoft.com/office/officeart/2008/layout/LinedList"/>
    <dgm:cxn modelId="{07EDA398-7FA1-4E1B-BED7-390B2619C032}" type="presParOf" srcId="{C989783E-02BF-4AF5-96FD-6B05ED60CBE7}" destId="{76F4A378-C1D5-4FE2-9D0D-F7ABC8F7F9BD}" srcOrd="0" destOrd="0" presId="urn:microsoft.com/office/officeart/2008/layout/LinedList"/>
    <dgm:cxn modelId="{1DA0176F-2F3E-4934-AF14-38E2158BC23D}" type="presParOf" srcId="{C989783E-02BF-4AF5-96FD-6B05ED60CBE7}" destId="{F72EC335-C284-414B-9209-BB13FEDD7D3C}" srcOrd="1" destOrd="0" presId="urn:microsoft.com/office/officeart/2008/layout/LinedList"/>
    <dgm:cxn modelId="{4F31E7B6-E2C0-4637-B8B0-2B75715BA9F5}" type="presParOf" srcId="{1E71E5B3-E66C-4D8B-8D6A-866470D60A04}" destId="{E4FFDDCD-62C5-4D2B-B552-11CBD745D96A}" srcOrd="8" destOrd="0" presId="urn:microsoft.com/office/officeart/2008/layout/LinedList"/>
    <dgm:cxn modelId="{876A4788-E5C7-4F9F-80CF-952FAB1F89FD}" type="presParOf" srcId="{1E71E5B3-E66C-4D8B-8D6A-866470D60A04}" destId="{1A50CECA-B8B0-402D-B23E-E7A6BE3D7BE0}" srcOrd="9" destOrd="0" presId="urn:microsoft.com/office/officeart/2008/layout/LinedList"/>
    <dgm:cxn modelId="{0AB056AA-2F57-4AA6-97D9-864C0EEA8520}" type="presParOf" srcId="{1A50CECA-B8B0-402D-B23E-E7A6BE3D7BE0}" destId="{5D8BFBF1-2BC8-4D33-AC36-AE53DC7CCBE1}" srcOrd="0" destOrd="0" presId="urn:microsoft.com/office/officeart/2008/layout/LinedList"/>
    <dgm:cxn modelId="{EE84C8A9-5809-41E4-B98D-6FA5F2573478}" type="presParOf" srcId="{1A50CECA-B8B0-402D-B23E-E7A6BE3D7BE0}" destId="{FE5666EC-E117-467B-9541-2371B230F5AA}" srcOrd="1" destOrd="0" presId="urn:microsoft.com/office/officeart/2008/layout/LinedList"/>
    <dgm:cxn modelId="{DF10A91E-850A-4F67-BB3D-E618733E828F}" type="presParOf" srcId="{1E71E5B3-E66C-4D8B-8D6A-866470D60A04}" destId="{ABB5E8DC-5434-48D6-A49F-9E385E00342F}" srcOrd="10" destOrd="0" presId="urn:microsoft.com/office/officeart/2008/layout/LinedList"/>
    <dgm:cxn modelId="{E087D3E6-5355-46B9-A0A0-6A9CE9AD9D57}" type="presParOf" srcId="{1E71E5B3-E66C-4D8B-8D6A-866470D60A04}" destId="{7573A7AE-2589-477C-8C51-A14070CD4805}" srcOrd="11" destOrd="0" presId="urn:microsoft.com/office/officeart/2008/layout/LinedList"/>
    <dgm:cxn modelId="{64A04D4E-2C51-4B0F-A69B-EF59AB8B5637}" type="presParOf" srcId="{7573A7AE-2589-477C-8C51-A14070CD4805}" destId="{3718D99A-7EF0-4FFA-823F-48BA72B3C614}" srcOrd="0" destOrd="0" presId="urn:microsoft.com/office/officeart/2008/layout/LinedList"/>
    <dgm:cxn modelId="{7828B08F-CBBF-4B6A-8473-4B2F3E569881}" type="presParOf" srcId="{7573A7AE-2589-477C-8C51-A14070CD4805}" destId="{F525B8BF-70AC-40A3-98DB-4E37CD83C2CA}" srcOrd="1" destOrd="0" presId="urn:microsoft.com/office/officeart/2008/layout/LinedList"/>
    <dgm:cxn modelId="{66906271-A5E6-4D8D-83A4-F1CEBFD5C666}" type="presParOf" srcId="{1E71E5B3-E66C-4D8B-8D6A-866470D60A04}" destId="{17F4CE38-52AF-4A31-ADF5-010D0E3BCD5E}" srcOrd="12" destOrd="0" presId="urn:microsoft.com/office/officeart/2008/layout/LinedList"/>
    <dgm:cxn modelId="{FECD1BD6-BD11-4BCF-9085-24E9D713A71B}" type="presParOf" srcId="{1E71E5B3-E66C-4D8B-8D6A-866470D60A04}" destId="{3BCC7FCA-7EA3-4BEE-95A2-26EEED9325C0}" srcOrd="13" destOrd="0" presId="urn:microsoft.com/office/officeart/2008/layout/LinedList"/>
    <dgm:cxn modelId="{A45280B0-0237-4625-A84C-F11657AEB09F}" type="presParOf" srcId="{3BCC7FCA-7EA3-4BEE-95A2-26EEED9325C0}" destId="{E9CE65CD-BF05-40BD-B10F-319196D31C6B}" srcOrd="0" destOrd="0" presId="urn:microsoft.com/office/officeart/2008/layout/LinedList"/>
    <dgm:cxn modelId="{16483267-D36D-4A5F-9764-46914E58E7AD}" type="presParOf" srcId="{3BCC7FCA-7EA3-4BEE-95A2-26EEED9325C0}" destId="{AEB67A6A-89D5-4A7E-87B2-674BFD46D18F}" srcOrd="1" destOrd="0" presId="urn:microsoft.com/office/officeart/2008/layout/LinedList"/>
    <dgm:cxn modelId="{B50489FA-F16B-488D-8BFA-A781D34FF6A1}" type="presParOf" srcId="{1E71E5B3-E66C-4D8B-8D6A-866470D60A04}" destId="{A0D32BA8-6FB8-41C3-8568-8E349A06FFF3}" srcOrd="14" destOrd="0" presId="urn:microsoft.com/office/officeart/2008/layout/LinedList"/>
    <dgm:cxn modelId="{4E1ECA0A-74DC-41EE-95D3-0E1EBC2CDB62}" type="presParOf" srcId="{1E71E5B3-E66C-4D8B-8D6A-866470D60A04}" destId="{04F6FDAE-EE81-4838-9A3F-4684FDDBD024}" srcOrd="15" destOrd="0" presId="urn:microsoft.com/office/officeart/2008/layout/LinedList"/>
    <dgm:cxn modelId="{532569A3-DBB8-4FA0-9336-642CE54116EE}" type="presParOf" srcId="{04F6FDAE-EE81-4838-9A3F-4684FDDBD024}" destId="{1098A133-D087-40C1-B7F2-E35742E8B025}" srcOrd="0" destOrd="0" presId="urn:microsoft.com/office/officeart/2008/layout/LinedList"/>
    <dgm:cxn modelId="{20DB7CC9-4417-436F-9253-33B38F8A16B5}" type="presParOf" srcId="{04F6FDAE-EE81-4838-9A3F-4684FDDBD024}" destId="{AD707830-82D7-4F22-8F53-A1E0F109F614}" srcOrd="1" destOrd="0" presId="urn:microsoft.com/office/officeart/2008/layout/LinedList"/>
    <dgm:cxn modelId="{C9676E5B-BD9C-4904-8C49-C254EF22BDFD}" type="presParOf" srcId="{1E71E5B3-E66C-4D8B-8D6A-866470D60A04}" destId="{307D5AF2-5008-42A0-ABFE-FECB61145F6F}" srcOrd="16" destOrd="0" presId="urn:microsoft.com/office/officeart/2008/layout/LinedList"/>
    <dgm:cxn modelId="{223D4668-9262-4CB1-A275-D44DEB3C1F36}" type="presParOf" srcId="{1E71E5B3-E66C-4D8B-8D6A-866470D60A04}" destId="{A4E4C8CF-242C-4C91-9499-62E30E2C0B4E}" srcOrd="17" destOrd="0" presId="urn:microsoft.com/office/officeart/2008/layout/LinedList"/>
    <dgm:cxn modelId="{39D0737C-F183-40B6-BBBF-759CAED15172}" type="presParOf" srcId="{A4E4C8CF-242C-4C91-9499-62E30E2C0B4E}" destId="{78BAC5D6-38F6-4E3B-BA7B-C5BD8EF2AC9B}" srcOrd="0" destOrd="0" presId="urn:microsoft.com/office/officeart/2008/layout/LinedList"/>
    <dgm:cxn modelId="{6CCF9F13-EA94-4934-92EB-A642A5F5B73B}" type="presParOf" srcId="{A4E4C8CF-242C-4C91-9499-62E30E2C0B4E}" destId="{ED9AFB86-2BEC-4D97-9A62-0D6BA9FF9B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6BFE80-24F2-4F7E-B78E-56ED15E2080D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8E66B1-C387-4088-A6D9-7AD2473A7C7F}">
      <dgm:prSet/>
      <dgm:spPr/>
      <dgm:t>
        <a:bodyPr/>
        <a:lstStyle/>
        <a:p>
          <a:r>
            <a:rPr lang="en-US"/>
            <a:t>Successfully automated multiple API scenarios </a:t>
          </a:r>
        </a:p>
      </dgm:t>
    </dgm:pt>
    <dgm:pt modelId="{61A6CAF3-26AC-4307-8576-B18719AE75DF}" type="parTrans" cxnId="{FB692035-BD6E-4469-9A7B-4409419B112B}">
      <dgm:prSet/>
      <dgm:spPr/>
      <dgm:t>
        <a:bodyPr/>
        <a:lstStyle/>
        <a:p>
          <a:endParaRPr lang="en-US"/>
        </a:p>
      </dgm:t>
    </dgm:pt>
    <dgm:pt modelId="{578246EB-3788-4C86-BC26-E6E47AC3315F}" type="sibTrans" cxnId="{FB692035-BD6E-4469-9A7B-4409419B112B}">
      <dgm:prSet/>
      <dgm:spPr/>
      <dgm:t>
        <a:bodyPr/>
        <a:lstStyle/>
        <a:p>
          <a:endParaRPr lang="en-US"/>
        </a:p>
      </dgm:t>
    </dgm:pt>
    <dgm:pt modelId="{1D501F33-102E-49EF-A777-676F6739C927}">
      <dgm:prSet/>
      <dgm:spPr/>
      <dgm:t>
        <a:bodyPr/>
        <a:lstStyle/>
        <a:p>
          <a:r>
            <a:rPr lang="en-US"/>
            <a:t>Achieved stable and consistent execution </a:t>
          </a:r>
        </a:p>
      </dgm:t>
    </dgm:pt>
    <dgm:pt modelId="{D03F8A0C-55FF-4B71-AE04-1DCF318B7E9A}" type="parTrans" cxnId="{5E6BE8F6-C223-48B9-A39B-1F94EBC266D3}">
      <dgm:prSet/>
      <dgm:spPr/>
      <dgm:t>
        <a:bodyPr/>
        <a:lstStyle/>
        <a:p>
          <a:endParaRPr lang="en-US"/>
        </a:p>
      </dgm:t>
    </dgm:pt>
    <dgm:pt modelId="{E8650F1E-CFBE-4391-9D30-3377CD0C0B46}" type="sibTrans" cxnId="{5E6BE8F6-C223-48B9-A39B-1F94EBC266D3}">
      <dgm:prSet/>
      <dgm:spPr/>
      <dgm:t>
        <a:bodyPr/>
        <a:lstStyle/>
        <a:p>
          <a:endParaRPr lang="en-US"/>
        </a:p>
      </dgm:t>
    </dgm:pt>
    <dgm:pt modelId="{2B8304CB-8E08-435E-BD57-3A0A6FE445F5}">
      <dgm:prSet/>
      <dgm:spPr/>
      <dgm:t>
        <a:bodyPr/>
        <a:lstStyle/>
        <a:p>
          <a:r>
            <a:rPr lang="en-US"/>
            <a:t>Improved efficiency compared to manual testing</a:t>
          </a:r>
        </a:p>
      </dgm:t>
    </dgm:pt>
    <dgm:pt modelId="{15E833EE-4B10-41DE-A7C3-301CB37483A3}" type="parTrans" cxnId="{FED27AA9-1F53-4910-A706-AEF95AE3058E}">
      <dgm:prSet/>
      <dgm:spPr/>
      <dgm:t>
        <a:bodyPr/>
        <a:lstStyle/>
        <a:p>
          <a:endParaRPr lang="en-US"/>
        </a:p>
      </dgm:t>
    </dgm:pt>
    <dgm:pt modelId="{ADD7CD3E-BF1D-4901-9921-6D7126C0F06B}" type="sibTrans" cxnId="{FED27AA9-1F53-4910-A706-AEF95AE3058E}">
      <dgm:prSet/>
      <dgm:spPr/>
      <dgm:t>
        <a:bodyPr/>
        <a:lstStyle/>
        <a:p>
          <a:endParaRPr lang="en-US"/>
        </a:p>
      </dgm:t>
    </dgm:pt>
    <dgm:pt modelId="{03DB140F-AE71-420E-8A68-7584A3D37716}" type="pres">
      <dgm:prSet presAssocID="{646BFE80-24F2-4F7E-B78E-56ED15E2080D}" presName="vert0" presStyleCnt="0">
        <dgm:presLayoutVars>
          <dgm:dir/>
          <dgm:animOne val="branch"/>
          <dgm:animLvl val="lvl"/>
        </dgm:presLayoutVars>
      </dgm:prSet>
      <dgm:spPr/>
    </dgm:pt>
    <dgm:pt modelId="{79151827-D569-4479-A32E-97772817B18A}" type="pres">
      <dgm:prSet presAssocID="{A78E66B1-C387-4088-A6D9-7AD2473A7C7F}" presName="thickLine" presStyleLbl="alignNode1" presStyleIdx="0" presStyleCnt="3"/>
      <dgm:spPr/>
    </dgm:pt>
    <dgm:pt modelId="{6917F7CB-23CA-402C-85A9-08F7C12AB45E}" type="pres">
      <dgm:prSet presAssocID="{A78E66B1-C387-4088-A6D9-7AD2473A7C7F}" presName="horz1" presStyleCnt="0"/>
      <dgm:spPr/>
    </dgm:pt>
    <dgm:pt modelId="{F561A0D0-4C45-4B2A-999C-38FE79EED17D}" type="pres">
      <dgm:prSet presAssocID="{A78E66B1-C387-4088-A6D9-7AD2473A7C7F}" presName="tx1" presStyleLbl="revTx" presStyleIdx="0" presStyleCnt="3"/>
      <dgm:spPr/>
    </dgm:pt>
    <dgm:pt modelId="{C0D9C885-A73D-4C62-A2DE-A64ACB5C9FBD}" type="pres">
      <dgm:prSet presAssocID="{A78E66B1-C387-4088-A6D9-7AD2473A7C7F}" presName="vert1" presStyleCnt="0"/>
      <dgm:spPr/>
    </dgm:pt>
    <dgm:pt modelId="{2B01FCA2-E336-4D96-9F45-A947DB1C06C9}" type="pres">
      <dgm:prSet presAssocID="{1D501F33-102E-49EF-A777-676F6739C927}" presName="thickLine" presStyleLbl="alignNode1" presStyleIdx="1" presStyleCnt="3"/>
      <dgm:spPr/>
    </dgm:pt>
    <dgm:pt modelId="{386EAFE3-D336-4305-BDA8-BEA8475E5247}" type="pres">
      <dgm:prSet presAssocID="{1D501F33-102E-49EF-A777-676F6739C927}" presName="horz1" presStyleCnt="0"/>
      <dgm:spPr/>
    </dgm:pt>
    <dgm:pt modelId="{00B37393-701B-4975-8EFA-B2458CCFE0CB}" type="pres">
      <dgm:prSet presAssocID="{1D501F33-102E-49EF-A777-676F6739C927}" presName="tx1" presStyleLbl="revTx" presStyleIdx="1" presStyleCnt="3"/>
      <dgm:spPr/>
    </dgm:pt>
    <dgm:pt modelId="{5C2643BE-4356-46FD-8FCB-12CCBE7C4A05}" type="pres">
      <dgm:prSet presAssocID="{1D501F33-102E-49EF-A777-676F6739C927}" presName="vert1" presStyleCnt="0"/>
      <dgm:spPr/>
    </dgm:pt>
    <dgm:pt modelId="{6D11C3C3-0BB3-4B1E-88D5-55E199592433}" type="pres">
      <dgm:prSet presAssocID="{2B8304CB-8E08-435E-BD57-3A0A6FE445F5}" presName="thickLine" presStyleLbl="alignNode1" presStyleIdx="2" presStyleCnt="3"/>
      <dgm:spPr/>
    </dgm:pt>
    <dgm:pt modelId="{CDD14FF2-EB48-4035-9244-EAD047EBBDE7}" type="pres">
      <dgm:prSet presAssocID="{2B8304CB-8E08-435E-BD57-3A0A6FE445F5}" presName="horz1" presStyleCnt="0"/>
      <dgm:spPr/>
    </dgm:pt>
    <dgm:pt modelId="{B70096C0-D5A9-45E6-AD19-62C20CECAE4E}" type="pres">
      <dgm:prSet presAssocID="{2B8304CB-8E08-435E-BD57-3A0A6FE445F5}" presName="tx1" presStyleLbl="revTx" presStyleIdx="2" presStyleCnt="3"/>
      <dgm:spPr/>
    </dgm:pt>
    <dgm:pt modelId="{B37BABE0-6558-49C6-AC50-565E8965970B}" type="pres">
      <dgm:prSet presAssocID="{2B8304CB-8E08-435E-BD57-3A0A6FE445F5}" presName="vert1" presStyleCnt="0"/>
      <dgm:spPr/>
    </dgm:pt>
  </dgm:ptLst>
  <dgm:cxnLst>
    <dgm:cxn modelId="{FB692035-BD6E-4469-9A7B-4409419B112B}" srcId="{646BFE80-24F2-4F7E-B78E-56ED15E2080D}" destId="{A78E66B1-C387-4088-A6D9-7AD2473A7C7F}" srcOrd="0" destOrd="0" parTransId="{61A6CAF3-26AC-4307-8576-B18719AE75DF}" sibTransId="{578246EB-3788-4C86-BC26-E6E47AC3315F}"/>
    <dgm:cxn modelId="{3691805B-6F67-4996-A62C-9A77C1DE582F}" type="presOf" srcId="{646BFE80-24F2-4F7E-B78E-56ED15E2080D}" destId="{03DB140F-AE71-420E-8A68-7584A3D37716}" srcOrd="0" destOrd="0" presId="urn:microsoft.com/office/officeart/2008/layout/LinedList"/>
    <dgm:cxn modelId="{8919A27D-5454-4D56-BE77-D56072669D0E}" type="presOf" srcId="{A78E66B1-C387-4088-A6D9-7AD2473A7C7F}" destId="{F561A0D0-4C45-4B2A-999C-38FE79EED17D}" srcOrd="0" destOrd="0" presId="urn:microsoft.com/office/officeart/2008/layout/LinedList"/>
    <dgm:cxn modelId="{99F9C395-FB65-4604-9603-4796BD246727}" type="presOf" srcId="{1D501F33-102E-49EF-A777-676F6739C927}" destId="{00B37393-701B-4975-8EFA-B2458CCFE0CB}" srcOrd="0" destOrd="0" presId="urn:microsoft.com/office/officeart/2008/layout/LinedList"/>
    <dgm:cxn modelId="{69DBAA9B-9670-4196-86F3-022C1973F9FB}" type="presOf" srcId="{2B8304CB-8E08-435E-BD57-3A0A6FE445F5}" destId="{B70096C0-D5A9-45E6-AD19-62C20CECAE4E}" srcOrd="0" destOrd="0" presId="urn:microsoft.com/office/officeart/2008/layout/LinedList"/>
    <dgm:cxn modelId="{FED27AA9-1F53-4910-A706-AEF95AE3058E}" srcId="{646BFE80-24F2-4F7E-B78E-56ED15E2080D}" destId="{2B8304CB-8E08-435E-BD57-3A0A6FE445F5}" srcOrd="2" destOrd="0" parTransId="{15E833EE-4B10-41DE-A7C3-301CB37483A3}" sibTransId="{ADD7CD3E-BF1D-4901-9921-6D7126C0F06B}"/>
    <dgm:cxn modelId="{5E6BE8F6-C223-48B9-A39B-1F94EBC266D3}" srcId="{646BFE80-24F2-4F7E-B78E-56ED15E2080D}" destId="{1D501F33-102E-49EF-A777-676F6739C927}" srcOrd="1" destOrd="0" parTransId="{D03F8A0C-55FF-4B71-AE04-1DCF318B7E9A}" sibTransId="{E8650F1E-CFBE-4391-9D30-3377CD0C0B46}"/>
    <dgm:cxn modelId="{5D8789DE-7E3A-4A4D-982E-788B4718F3F5}" type="presParOf" srcId="{03DB140F-AE71-420E-8A68-7584A3D37716}" destId="{79151827-D569-4479-A32E-97772817B18A}" srcOrd="0" destOrd="0" presId="urn:microsoft.com/office/officeart/2008/layout/LinedList"/>
    <dgm:cxn modelId="{D0E81DC2-6594-4C0E-9124-54F2C30580B3}" type="presParOf" srcId="{03DB140F-AE71-420E-8A68-7584A3D37716}" destId="{6917F7CB-23CA-402C-85A9-08F7C12AB45E}" srcOrd="1" destOrd="0" presId="urn:microsoft.com/office/officeart/2008/layout/LinedList"/>
    <dgm:cxn modelId="{FF390217-8EED-4089-AA38-A07BB6942EFF}" type="presParOf" srcId="{6917F7CB-23CA-402C-85A9-08F7C12AB45E}" destId="{F561A0D0-4C45-4B2A-999C-38FE79EED17D}" srcOrd="0" destOrd="0" presId="urn:microsoft.com/office/officeart/2008/layout/LinedList"/>
    <dgm:cxn modelId="{97152EED-42E6-4103-9C7E-E74899257DB6}" type="presParOf" srcId="{6917F7CB-23CA-402C-85A9-08F7C12AB45E}" destId="{C0D9C885-A73D-4C62-A2DE-A64ACB5C9FBD}" srcOrd="1" destOrd="0" presId="urn:microsoft.com/office/officeart/2008/layout/LinedList"/>
    <dgm:cxn modelId="{FE2BCACD-84CD-42CB-BA31-654FCC02750B}" type="presParOf" srcId="{03DB140F-AE71-420E-8A68-7584A3D37716}" destId="{2B01FCA2-E336-4D96-9F45-A947DB1C06C9}" srcOrd="2" destOrd="0" presId="urn:microsoft.com/office/officeart/2008/layout/LinedList"/>
    <dgm:cxn modelId="{D464DDBE-B961-463C-AC0B-09AF1B920D71}" type="presParOf" srcId="{03DB140F-AE71-420E-8A68-7584A3D37716}" destId="{386EAFE3-D336-4305-BDA8-BEA8475E5247}" srcOrd="3" destOrd="0" presId="urn:microsoft.com/office/officeart/2008/layout/LinedList"/>
    <dgm:cxn modelId="{BE5055C4-712C-4CFB-8446-E3DC0DC9852A}" type="presParOf" srcId="{386EAFE3-D336-4305-BDA8-BEA8475E5247}" destId="{00B37393-701B-4975-8EFA-B2458CCFE0CB}" srcOrd="0" destOrd="0" presId="urn:microsoft.com/office/officeart/2008/layout/LinedList"/>
    <dgm:cxn modelId="{7E17B6EA-EB68-4EEC-A19B-743D965792D9}" type="presParOf" srcId="{386EAFE3-D336-4305-BDA8-BEA8475E5247}" destId="{5C2643BE-4356-46FD-8FCB-12CCBE7C4A05}" srcOrd="1" destOrd="0" presId="urn:microsoft.com/office/officeart/2008/layout/LinedList"/>
    <dgm:cxn modelId="{271A1E54-A025-4469-9AD2-591550F0EB9F}" type="presParOf" srcId="{03DB140F-AE71-420E-8A68-7584A3D37716}" destId="{6D11C3C3-0BB3-4B1E-88D5-55E199592433}" srcOrd="4" destOrd="0" presId="urn:microsoft.com/office/officeart/2008/layout/LinedList"/>
    <dgm:cxn modelId="{975C18EC-E153-4698-B170-52A94C7B7CC5}" type="presParOf" srcId="{03DB140F-AE71-420E-8A68-7584A3D37716}" destId="{CDD14FF2-EB48-4035-9244-EAD047EBBDE7}" srcOrd="5" destOrd="0" presId="urn:microsoft.com/office/officeart/2008/layout/LinedList"/>
    <dgm:cxn modelId="{1A3CEDF8-C0F3-4A98-BE0C-1B7F1C24B45A}" type="presParOf" srcId="{CDD14FF2-EB48-4035-9244-EAD047EBBDE7}" destId="{B70096C0-D5A9-45E6-AD19-62C20CECAE4E}" srcOrd="0" destOrd="0" presId="urn:microsoft.com/office/officeart/2008/layout/LinedList"/>
    <dgm:cxn modelId="{7EFA20AA-2FA6-4616-8647-85D7193E7E19}" type="presParOf" srcId="{CDD14FF2-EB48-4035-9244-EAD047EBBDE7}" destId="{B37BABE0-6558-49C6-AC50-565E8965970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EA0E4D-4831-48E4-A461-9D597BF016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705490C-2B88-4964-B641-AE8ED1A00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a scalable automation framework </a:t>
          </a:r>
        </a:p>
      </dgm:t>
    </dgm:pt>
    <dgm:pt modelId="{CC2AACD6-8082-465E-B0E3-A45E2FB67A9B}" type="parTrans" cxnId="{65761594-FBEB-4F10-99A8-5B826399E928}">
      <dgm:prSet/>
      <dgm:spPr/>
      <dgm:t>
        <a:bodyPr/>
        <a:lstStyle/>
        <a:p>
          <a:endParaRPr lang="en-US"/>
        </a:p>
      </dgm:t>
    </dgm:pt>
    <dgm:pt modelId="{F73F376D-42A9-4B8D-8839-0FC5AC1F44B9}" type="sibTrans" cxnId="{65761594-FBEB-4F10-99A8-5B826399E928}">
      <dgm:prSet/>
      <dgm:spPr/>
      <dgm:t>
        <a:bodyPr/>
        <a:lstStyle/>
        <a:p>
          <a:endParaRPr lang="en-US"/>
        </a:p>
      </dgm:t>
    </dgm:pt>
    <dgm:pt modelId="{03645079-B25A-4DBB-AD05-02A64DC3B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Implemented real-world API testing </a:t>
          </a:r>
        </a:p>
      </dgm:t>
    </dgm:pt>
    <dgm:pt modelId="{02CF4251-518C-46AE-9368-E7D88CCFD578}" type="parTrans" cxnId="{5D57ED8E-6A1F-44F2-89F1-06147A031245}">
      <dgm:prSet/>
      <dgm:spPr/>
      <dgm:t>
        <a:bodyPr/>
        <a:lstStyle/>
        <a:p>
          <a:endParaRPr lang="en-US"/>
        </a:p>
      </dgm:t>
    </dgm:pt>
    <dgm:pt modelId="{8777BF10-F00F-4543-A273-07E07C576B92}" type="sibTrans" cxnId="{5D57ED8E-6A1F-44F2-89F1-06147A031245}">
      <dgm:prSet/>
      <dgm:spPr/>
      <dgm:t>
        <a:bodyPr/>
        <a:lstStyle/>
        <a:p>
          <a:endParaRPr lang="en-US"/>
        </a:p>
      </dgm:t>
    </dgm:pt>
    <dgm:pt modelId="{4A162F29-AAD0-4A54-B548-144A9896AF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debugging and problem-solving skills </a:t>
          </a:r>
        </a:p>
      </dgm:t>
    </dgm:pt>
    <dgm:pt modelId="{5A80DFC2-020E-4020-9F41-785973A902E5}" type="parTrans" cxnId="{8AA6787C-88FB-4466-A68B-AC8CE50BF43B}">
      <dgm:prSet/>
      <dgm:spPr/>
      <dgm:t>
        <a:bodyPr/>
        <a:lstStyle/>
        <a:p>
          <a:endParaRPr lang="en-US"/>
        </a:p>
      </dgm:t>
    </dgm:pt>
    <dgm:pt modelId="{1D924B96-A763-4179-85CB-7D18718F7CB6}" type="sibTrans" cxnId="{8AA6787C-88FB-4466-A68B-AC8CE50BF43B}">
      <dgm:prSet/>
      <dgm:spPr/>
      <dgm:t>
        <a:bodyPr/>
        <a:lstStyle/>
        <a:p>
          <a:endParaRPr lang="en-US"/>
        </a:p>
      </dgm:t>
    </dgm:pt>
    <dgm:pt modelId="{11C9DB33-B1A2-41A7-BA61-6891C0136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Gained hands-on experience with automation tools</a:t>
          </a:r>
        </a:p>
      </dgm:t>
    </dgm:pt>
    <dgm:pt modelId="{98268C55-38CF-4CE2-8581-F98ADE200A74}" type="parTrans" cxnId="{662C356F-96B3-4A1C-96EA-F4FE02AB5816}">
      <dgm:prSet/>
      <dgm:spPr/>
      <dgm:t>
        <a:bodyPr/>
        <a:lstStyle/>
        <a:p>
          <a:endParaRPr lang="en-US"/>
        </a:p>
      </dgm:t>
    </dgm:pt>
    <dgm:pt modelId="{465F06D1-578B-4FA1-989A-9BC55D3C6B54}" type="sibTrans" cxnId="{662C356F-96B3-4A1C-96EA-F4FE02AB5816}">
      <dgm:prSet/>
      <dgm:spPr/>
      <dgm:t>
        <a:bodyPr/>
        <a:lstStyle/>
        <a:p>
          <a:endParaRPr lang="en-US"/>
        </a:p>
      </dgm:t>
    </dgm:pt>
    <dgm:pt modelId="{5CE61D99-BF03-4D45-BCDC-8A3558494FBB}" type="pres">
      <dgm:prSet presAssocID="{D1EA0E4D-4831-48E4-A461-9D597BF01620}" presName="root" presStyleCnt="0">
        <dgm:presLayoutVars>
          <dgm:dir/>
          <dgm:resizeHandles val="exact"/>
        </dgm:presLayoutVars>
      </dgm:prSet>
      <dgm:spPr/>
    </dgm:pt>
    <dgm:pt modelId="{FFF8BA40-1FBD-47A0-A0B5-0AD8AF6B37CF}" type="pres">
      <dgm:prSet presAssocID="{C705490C-2B88-4964-B641-AE8ED1A00E6A}" presName="compNode" presStyleCnt="0"/>
      <dgm:spPr/>
    </dgm:pt>
    <dgm:pt modelId="{1019B416-5384-46DC-96C8-28EF9F2BE555}" type="pres">
      <dgm:prSet presAssocID="{C705490C-2B88-4964-B641-AE8ED1A00E6A}" presName="bgRect" presStyleLbl="bgShp" presStyleIdx="0" presStyleCnt="4"/>
      <dgm:spPr/>
    </dgm:pt>
    <dgm:pt modelId="{ABCE6EFA-7FD8-4F97-BDDE-54070140919C}" type="pres">
      <dgm:prSet presAssocID="{C705490C-2B88-4964-B641-AE8ED1A00E6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66B0DBA-8AA6-4D7F-9AF1-B089B067B9BF}" type="pres">
      <dgm:prSet presAssocID="{C705490C-2B88-4964-B641-AE8ED1A00E6A}" presName="spaceRect" presStyleCnt="0"/>
      <dgm:spPr/>
    </dgm:pt>
    <dgm:pt modelId="{7EC2902F-603C-46F7-B8FA-2A552C47DF53}" type="pres">
      <dgm:prSet presAssocID="{C705490C-2B88-4964-B641-AE8ED1A00E6A}" presName="parTx" presStyleLbl="revTx" presStyleIdx="0" presStyleCnt="4">
        <dgm:presLayoutVars>
          <dgm:chMax val="0"/>
          <dgm:chPref val="0"/>
        </dgm:presLayoutVars>
      </dgm:prSet>
      <dgm:spPr/>
    </dgm:pt>
    <dgm:pt modelId="{C379CC7C-3771-4F94-8FE2-D664D9A1BC1C}" type="pres">
      <dgm:prSet presAssocID="{F73F376D-42A9-4B8D-8839-0FC5AC1F44B9}" presName="sibTrans" presStyleCnt="0"/>
      <dgm:spPr/>
    </dgm:pt>
    <dgm:pt modelId="{2D7E709D-585B-4498-9C76-A4CA0291A26C}" type="pres">
      <dgm:prSet presAssocID="{03645079-B25A-4DBB-AD05-02A64DC3B3AE}" presName="compNode" presStyleCnt="0"/>
      <dgm:spPr/>
    </dgm:pt>
    <dgm:pt modelId="{B9343A46-65CE-43E3-90F5-B6502B8B64DE}" type="pres">
      <dgm:prSet presAssocID="{03645079-B25A-4DBB-AD05-02A64DC3B3AE}" presName="bgRect" presStyleLbl="bgShp" presStyleIdx="1" presStyleCnt="4"/>
      <dgm:spPr/>
    </dgm:pt>
    <dgm:pt modelId="{3BA48AED-BE6D-4938-BF1B-27C931B34AEF}" type="pres">
      <dgm:prSet presAssocID="{03645079-B25A-4DBB-AD05-02A64DC3B3A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E3112B6-18CD-4137-8E9A-450E1E79EF92}" type="pres">
      <dgm:prSet presAssocID="{03645079-B25A-4DBB-AD05-02A64DC3B3AE}" presName="spaceRect" presStyleCnt="0"/>
      <dgm:spPr/>
    </dgm:pt>
    <dgm:pt modelId="{4FFEFF7F-8EBB-4B82-A254-B37B9896A395}" type="pres">
      <dgm:prSet presAssocID="{03645079-B25A-4DBB-AD05-02A64DC3B3AE}" presName="parTx" presStyleLbl="revTx" presStyleIdx="1" presStyleCnt="4">
        <dgm:presLayoutVars>
          <dgm:chMax val="0"/>
          <dgm:chPref val="0"/>
        </dgm:presLayoutVars>
      </dgm:prSet>
      <dgm:spPr/>
    </dgm:pt>
    <dgm:pt modelId="{00A07B4C-F839-4BD9-BE68-4F472CD2E714}" type="pres">
      <dgm:prSet presAssocID="{8777BF10-F00F-4543-A273-07E07C576B92}" presName="sibTrans" presStyleCnt="0"/>
      <dgm:spPr/>
    </dgm:pt>
    <dgm:pt modelId="{0D967D73-ED96-4A57-AA70-520E8FD3E286}" type="pres">
      <dgm:prSet presAssocID="{4A162F29-AAD0-4A54-B548-144A9896AF3F}" presName="compNode" presStyleCnt="0"/>
      <dgm:spPr/>
    </dgm:pt>
    <dgm:pt modelId="{93180977-A288-4362-B6C3-43AA5A50C7FB}" type="pres">
      <dgm:prSet presAssocID="{4A162F29-AAD0-4A54-B548-144A9896AF3F}" presName="bgRect" presStyleLbl="bgShp" presStyleIdx="2" presStyleCnt="4"/>
      <dgm:spPr/>
    </dgm:pt>
    <dgm:pt modelId="{5E619739-8F9E-41DE-ACDF-6F0F1402BF7B}" type="pres">
      <dgm:prSet presAssocID="{4A162F29-AAD0-4A54-B548-144A9896AF3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A920F2E-BBCE-445A-B3F8-2CEAC24316D5}" type="pres">
      <dgm:prSet presAssocID="{4A162F29-AAD0-4A54-B548-144A9896AF3F}" presName="spaceRect" presStyleCnt="0"/>
      <dgm:spPr/>
    </dgm:pt>
    <dgm:pt modelId="{331E23C9-7889-422D-8F4B-DCDB0DDF488E}" type="pres">
      <dgm:prSet presAssocID="{4A162F29-AAD0-4A54-B548-144A9896AF3F}" presName="parTx" presStyleLbl="revTx" presStyleIdx="2" presStyleCnt="4">
        <dgm:presLayoutVars>
          <dgm:chMax val="0"/>
          <dgm:chPref val="0"/>
        </dgm:presLayoutVars>
      </dgm:prSet>
      <dgm:spPr/>
    </dgm:pt>
    <dgm:pt modelId="{D40B163A-0D5E-4679-977D-1591648239BF}" type="pres">
      <dgm:prSet presAssocID="{1D924B96-A763-4179-85CB-7D18718F7CB6}" presName="sibTrans" presStyleCnt="0"/>
      <dgm:spPr/>
    </dgm:pt>
    <dgm:pt modelId="{12EDDE80-4970-4CE1-8F91-D703457A2F92}" type="pres">
      <dgm:prSet presAssocID="{11C9DB33-B1A2-41A7-BA61-6891C0136F5F}" presName="compNode" presStyleCnt="0"/>
      <dgm:spPr/>
    </dgm:pt>
    <dgm:pt modelId="{8A78809A-31C0-4039-B1B7-502FED6EBFE9}" type="pres">
      <dgm:prSet presAssocID="{11C9DB33-B1A2-41A7-BA61-6891C0136F5F}" presName="bgRect" presStyleLbl="bgShp" presStyleIdx="3" presStyleCnt="4"/>
      <dgm:spPr/>
    </dgm:pt>
    <dgm:pt modelId="{AB8E67EC-7982-4D6F-9166-937312E2F6A0}" type="pres">
      <dgm:prSet presAssocID="{11C9DB33-B1A2-41A7-BA61-6891C0136F5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403D2C2-32DE-4D89-A768-A989B309AAD6}" type="pres">
      <dgm:prSet presAssocID="{11C9DB33-B1A2-41A7-BA61-6891C0136F5F}" presName="spaceRect" presStyleCnt="0"/>
      <dgm:spPr/>
    </dgm:pt>
    <dgm:pt modelId="{62262C54-1AE7-4E48-A65A-341F8864B1A2}" type="pres">
      <dgm:prSet presAssocID="{11C9DB33-B1A2-41A7-BA61-6891C0136F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5877D0C-1D83-4430-B7CB-D0BA5414ACC3}" type="presOf" srcId="{03645079-B25A-4DBB-AD05-02A64DC3B3AE}" destId="{4FFEFF7F-8EBB-4B82-A254-B37B9896A395}" srcOrd="0" destOrd="0" presId="urn:microsoft.com/office/officeart/2018/2/layout/IconVerticalSolidList"/>
    <dgm:cxn modelId="{EC475D20-A64D-4E0E-BEFF-6DAC4DD290C0}" type="presOf" srcId="{11C9DB33-B1A2-41A7-BA61-6891C0136F5F}" destId="{62262C54-1AE7-4E48-A65A-341F8864B1A2}" srcOrd="0" destOrd="0" presId="urn:microsoft.com/office/officeart/2018/2/layout/IconVerticalSolidList"/>
    <dgm:cxn modelId="{B76FD82C-88A1-446F-BB8A-6AD0791A1B11}" type="presOf" srcId="{4A162F29-AAD0-4A54-B548-144A9896AF3F}" destId="{331E23C9-7889-422D-8F4B-DCDB0DDF488E}" srcOrd="0" destOrd="0" presId="urn:microsoft.com/office/officeart/2018/2/layout/IconVerticalSolidList"/>
    <dgm:cxn modelId="{662C356F-96B3-4A1C-96EA-F4FE02AB5816}" srcId="{D1EA0E4D-4831-48E4-A461-9D597BF01620}" destId="{11C9DB33-B1A2-41A7-BA61-6891C0136F5F}" srcOrd="3" destOrd="0" parTransId="{98268C55-38CF-4CE2-8581-F98ADE200A74}" sibTransId="{465F06D1-578B-4FA1-989A-9BC55D3C6B54}"/>
    <dgm:cxn modelId="{8AA6787C-88FB-4466-A68B-AC8CE50BF43B}" srcId="{D1EA0E4D-4831-48E4-A461-9D597BF01620}" destId="{4A162F29-AAD0-4A54-B548-144A9896AF3F}" srcOrd="2" destOrd="0" parTransId="{5A80DFC2-020E-4020-9F41-785973A902E5}" sibTransId="{1D924B96-A763-4179-85CB-7D18718F7CB6}"/>
    <dgm:cxn modelId="{021A0083-FA3B-4211-8E52-74975AA9B89F}" type="presOf" srcId="{D1EA0E4D-4831-48E4-A461-9D597BF01620}" destId="{5CE61D99-BF03-4D45-BCDC-8A3558494FBB}" srcOrd="0" destOrd="0" presId="urn:microsoft.com/office/officeart/2018/2/layout/IconVerticalSolidList"/>
    <dgm:cxn modelId="{5D57ED8E-6A1F-44F2-89F1-06147A031245}" srcId="{D1EA0E4D-4831-48E4-A461-9D597BF01620}" destId="{03645079-B25A-4DBB-AD05-02A64DC3B3AE}" srcOrd="1" destOrd="0" parTransId="{02CF4251-518C-46AE-9368-E7D88CCFD578}" sibTransId="{8777BF10-F00F-4543-A273-07E07C576B92}"/>
    <dgm:cxn modelId="{65761594-FBEB-4F10-99A8-5B826399E928}" srcId="{D1EA0E4D-4831-48E4-A461-9D597BF01620}" destId="{C705490C-2B88-4964-B641-AE8ED1A00E6A}" srcOrd="0" destOrd="0" parTransId="{CC2AACD6-8082-465E-B0E3-A45E2FB67A9B}" sibTransId="{F73F376D-42A9-4B8D-8839-0FC5AC1F44B9}"/>
    <dgm:cxn modelId="{0C72E1D3-53B8-4CE7-8DFF-611EE49415CF}" type="presOf" srcId="{C705490C-2B88-4964-B641-AE8ED1A00E6A}" destId="{7EC2902F-603C-46F7-B8FA-2A552C47DF53}" srcOrd="0" destOrd="0" presId="urn:microsoft.com/office/officeart/2018/2/layout/IconVerticalSolidList"/>
    <dgm:cxn modelId="{30EE9E07-31BA-4581-9CA7-143ABCF86CE4}" type="presParOf" srcId="{5CE61D99-BF03-4D45-BCDC-8A3558494FBB}" destId="{FFF8BA40-1FBD-47A0-A0B5-0AD8AF6B37CF}" srcOrd="0" destOrd="0" presId="urn:microsoft.com/office/officeart/2018/2/layout/IconVerticalSolidList"/>
    <dgm:cxn modelId="{52972DA9-E29B-4532-92BE-B4437682FBAC}" type="presParOf" srcId="{FFF8BA40-1FBD-47A0-A0B5-0AD8AF6B37CF}" destId="{1019B416-5384-46DC-96C8-28EF9F2BE555}" srcOrd="0" destOrd="0" presId="urn:microsoft.com/office/officeart/2018/2/layout/IconVerticalSolidList"/>
    <dgm:cxn modelId="{E1CF83A3-10E0-4AA6-870D-48D83E1DF7BB}" type="presParOf" srcId="{FFF8BA40-1FBD-47A0-A0B5-0AD8AF6B37CF}" destId="{ABCE6EFA-7FD8-4F97-BDDE-54070140919C}" srcOrd="1" destOrd="0" presId="urn:microsoft.com/office/officeart/2018/2/layout/IconVerticalSolidList"/>
    <dgm:cxn modelId="{0393627A-C833-4A06-9400-C343CFC8E01E}" type="presParOf" srcId="{FFF8BA40-1FBD-47A0-A0B5-0AD8AF6B37CF}" destId="{766B0DBA-8AA6-4D7F-9AF1-B089B067B9BF}" srcOrd="2" destOrd="0" presId="urn:microsoft.com/office/officeart/2018/2/layout/IconVerticalSolidList"/>
    <dgm:cxn modelId="{917AB64D-DC7E-43B7-BD80-4853799ABDE8}" type="presParOf" srcId="{FFF8BA40-1FBD-47A0-A0B5-0AD8AF6B37CF}" destId="{7EC2902F-603C-46F7-B8FA-2A552C47DF53}" srcOrd="3" destOrd="0" presId="urn:microsoft.com/office/officeart/2018/2/layout/IconVerticalSolidList"/>
    <dgm:cxn modelId="{A49460C6-C5D5-45F6-9BC5-252A4500854C}" type="presParOf" srcId="{5CE61D99-BF03-4D45-BCDC-8A3558494FBB}" destId="{C379CC7C-3771-4F94-8FE2-D664D9A1BC1C}" srcOrd="1" destOrd="0" presId="urn:microsoft.com/office/officeart/2018/2/layout/IconVerticalSolidList"/>
    <dgm:cxn modelId="{83BFF392-3350-4FC7-989D-7C07E0C7D938}" type="presParOf" srcId="{5CE61D99-BF03-4D45-BCDC-8A3558494FBB}" destId="{2D7E709D-585B-4498-9C76-A4CA0291A26C}" srcOrd="2" destOrd="0" presId="urn:microsoft.com/office/officeart/2018/2/layout/IconVerticalSolidList"/>
    <dgm:cxn modelId="{B46EFEB6-3FB5-4085-B498-58F01F474D4F}" type="presParOf" srcId="{2D7E709D-585B-4498-9C76-A4CA0291A26C}" destId="{B9343A46-65CE-43E3-90F5-B6502B8B64DE}" srcOrd="0" destOrd="0" presId="urn:microsoft.com/office/officeart/2018/2/layout/IconVerticalSolidList"/>
    <dgm:cxn modelId="{A2C9C5BE-CAF5-4711-B896-3BF7725AB187}" type="presParOf" srcId="{2D7E709D-585B-4498-9C76-A4CA0291A26C}" destId="{3BA48AED-BE6D-4938-BF1B-27C931B34AEF}" srcOrd="1" destOrd="0" presId="urn:microsoft.com/office/officeart/2018/2/layout/IconVerticalSolidList"/>
    <dgm:cxn modelId="{FD91047B-B487-4280-A052-1A4EC7ECAB18}" type="presParOf" srcId="{2D7E709D-585B-4498-9C76-A4CA0291A26C}" destId="{AE3112B6-18CD-4137-8E9A-450E1E79EF92}" srcOrd="2" destOrd="0" presId="urn:microsoft.com/office/officeart/2018/2/layout/IconVerticalSolidList"/>
    <dgm:cxn modelId="{9130A72F-C290-44E1-A59E-77EC6E798FDB}" type="presParOf" srcId="{2D7E709D-585B-4498-9C76-A4CA0291A26C}" destId="{4FFEFF7F-8EBB-4B82-A254-B37B9896A395}" srcOrd="3" destOrd="0" presId="urn:microsoft.com/office/officeart/2018/2/layout/IconVerticalSolidList"/>
    <dgm:cxn modelId="{72CE160B-DA27-4A29-A41F-D46E84BA6918}" type="presParOf" srcId="{5CE61D99-BF03-4D45-BCDC-8A3558494FBB}" destId="{00A07B4C-F839-4BD9-BE68-4F472CD2E714}" srcOrd="3" destOrd="0" presId="urn:microsoft.com/office/officeart/2018/2/layout/IconVerticalSolidList"/>
    <dgm:cxn modelId="{2793EB42-FFE4-49B0-8325-1A6D4C5F2D16}" type="presParOf" srcId="{5CE61D99-BF03-4D45-BCDC-8A3558494FBB}" destId="{0D967D73-ED96-4A57-AA70-520E8FD3E286}" srcOrd="4" destOrd="0" presId="urn:microsoft.com/office/officeart/2018/2/layout/IconVerticalSolidList"/>
    <dgm:cxn modelId="{607494A6-7A89-4DA1-AD51-3B3728F2FEBF}" type="presParOf" srcId="{0D967D73-ED96-4A57-AA70-520E8FD3E286}" destId="{93180977-A288-4362-B6C3-43AA5A50C7FB}" srcOrd="0" destOrd="0" presId="urn:microsoft.com/office/officeart/2018/2/layout/IconVerticalSolidList"/>
    <dgm:cxn modelId="{44714663-823E-49B6-8C24-C41DF96073C5}" type="presParOf" srcId="{0D967D73-ED96-4A57-AA70-520E8FD3E286}" destId="{5E619739-8F9E-41DE-ACDF-6F0F1402BF7B}" srcOrd="1" destOrd="0" presId="urn:microsoft.com/office/officeart/2018/2/layout/IconVerticalSolidList"/>
    <dgm:cxn modelId="{5B58CCDC-85D9-49D4-B66A-02844A283CBC}" type="presParOf" srcId="{0D967D73-ED96-4A57-AA70-520E8FD3E286}" destId="{5A920F2E-BBCE-445A-B3F8-2CEAC24316D5}" srcOrd="2" destOrd="0" presId="urn:microsoft.com/office/officeart/2018/2/layout/IconVerticalSolidList"/>
    <dgm:cxn modelId="{CEFCCDB6-9F0A-49F2-A1E6-A5A86BB282B8}" type="presParOf" srcId="{0D967D73-ED96-4A57-AA70-520E8FD3E286}" destId="{331E23C9-7889-422D-8F4B-DCDB0DDF488E}" srcOrd="3" destOrd="0" presId="urn:microsoft.com/office/officeart/2018/2/layout/IconVerticalSolidList"/>
    <dgm:cxn modelId="{CDA686E2-8B6D-4C6A-A22F-DEE3C7C9B41C}" type="presParOf" srcId="{5CE61D99-BF03-4D45-BCDC-8A3558494FBB}" destId="{D40B163A-0D5E-4679-977D-1591648239BF}" srcOrd="5" destOrd="0" presId="urn:microsoft.com/office/officeart/2018/2/layout/IconVerticalSolidList"/>
    <dgm:cxn modelId="{14B4E711-123A-4E82-BC61-FB259DED7B34}" type="presParOf" srcId="{5CE61D99-BF03-4D45-BCDC-8A3558494FBB}" destId="{12EDDE80-4970-4CE1-8F91-D703457A2F92}" srcOrd="6" destOrd="0" presId="urn:microsoft.com/office/officeart/2018/2/layout/IconVerticalSolidList"/>
    <dgm:cxn modelId="{5EE4CC1D-BFAD-4236-B51B-74F849BE536E}" type="presParOf" srcId="{12EDDE80-4970-4CE1-8F91-D703457A2F92}" destId="{8A78809A-31C0-4039-B1B7-502FED6EBFE9}" srcOrd="0" destOrd="0" presId="urn:microsoft.com/office/officeart/2018/2/layout/IconVerticalSolidList"/>
    <dgm:cxn modelId="{0971BE3D-74A1-451A-B57A-556C42A36185}" type="presParOf" srcId="{12EDDE80-4970-4CE1-8F91-D703457A2F92}" destId="{AB8E67EC-7982-4D6F-9166-937312E2F6A0}" srcOrd="1" destOrd="0" presId="urn:microsoft.com/office/officeart/2018/2/layout/IconVerticalSolidList"/>
    <dgm:cxn modelId="{47AEE0B9-B970-4BFD-8C50-DDC20C799085}" type="presParOf" srcId="{12EDDE80-4970-4CE1-8F91-D703457A2F92}" destId="{3403D2C2-32DE-4D89-A768-A989B309AAD6}" srcOrd="2" destOrd="0" presId="urn:microsoft.com/office/officeart/2018/2/layout/IconVerticalSolidList"/>
    <dgm:cxn modelId="{B94B144E-A23D-4875-A109-13EFF92E5593}" type="presParOf" srcId="{12EDDE80-4970-4CE1-8F91-D703457A2F92}" destId="{62262C54-1AE7-4E48-A65A-341F8864B1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84E9C-38D4-46CA-9DC7-DE6F3CE64C82}">
      <dsp:nvSpPr>
        <dsp:cNvPr id="0" name=""/>
        <dsp:cNvSpPr/>
      </dsp:nvSpPr>
      <dsp:spPr>
        <a:xfrm>
          <a:off x="0" y="13817"/>
          <a:ext cx="9340136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Manual API testing is time-consuming </a:t>
          </a:r>
        </a:p>
      </dsp:txBody>
      <dsp:txXfrm>
        <a:off x="41979" y="55796"/>
        <a:ext cx="9256178" cy="775991"/>
      </dsp:txXfrm>
    </dsp:sp>
    <dsp:sp modelId="{1900BE5E-CB2B-4EA8-9478-15D44865EA27}">
      <dsp:nvSpPr>
        <dsp:cNvPr id="0" name=""/>
        <dsp:cNvSpPr/>
      </dsp:nvSpPr>
      <dsp:spPr>
        <a:xfrm>
          <a:off x="0" y="974567"/>
          <a:ext cx="9340136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Difficult to scale for large applications </a:t>
          </a:r>
        </a:p>
      </dsp:txBody>
      <dsp:txXfrm>
        <a:off x="41979" y="1016546"/>
        <a:ext cx="9256178" cy="775991"/>
      </dsp:txXfrm>
    </dsp:sp>
    <dsp:sp modelId="{14A8235D-2376-40DA-BBB5-CA973EC12E5C}">
      <dsp:nvSpPr>
        <dsp:cNvPr id="0" name=""/>
        <dsp:cNvSpPr/>
      </dsp:nvSpPr>
      <dsp:spPr>
        <a:xfrm>
          <a:off x="0" y="1935317"/>
          <a:ext cx="9340136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Prone to human errors </a:t>
          </a:r>
        </a:p>
      </dsp:txBody>
      <dsp:txXfrm>
        <a:off x="41979" y="1977296"/>
        <a:ext cx="9256178" cy="775991"/>
      </dsp:txXfrm>
    </dsp:sp>
    <dsp:sp modelId="{07568D85-33B3-4E76-8B7E-2CC2B9979088}">
      <dsp:nvSpPr>
        <dsp:cNvPr id="0" name=""/>
        <dsp:cNvSpPr/>
      </dsp:nvSpPr>
      <dsp:spPr>
        <a:xfrm>
          <a:off x="0" y="2896067"/>
          <a:ext cx="9340136" cy="8599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Requires repetitive validation </a:t>
          </a:r>
        </a:p>
      </dsp:txBody>
      <dsp:txXfrm>
        <a:off x="41979" y="2938046"/>
        <a:ext cx="9256178" cy="775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CC7A9-948C-4370-86ED-4122476C6167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2F7E1-7618-48C0-A31B-EFADAC82FBEE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476CC-7B31-4B69-BCCE-D1E9BA028299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Reusable Framework </a:t>
          </a:r>
        </a:p>
      </dsp:txBody>
      <dsp:txXfrm>
        <a:off x="1058686" y="1808"/>
        <a:ext cx="9456913" cy="916611"/>
      </dsp:txXfrm>
    </dsp:sp>
    <dsp:sp modelId="{A625F6B2-EEFF-49DC-AD9F-0B3F0DD737F0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FF0AD-8AF2-4ECA-886E-E32CE6965931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6F65-9CE9-4042-851E-796F5B0D67EC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 REST API Testing</a:t>
          </a:r>
        </a:p>
      </dsp:txBody>
      <dsp:txXfrm>
        <a:off x="1058686" y="1147573"/>
        <a:ext cx="9456913" cy="916611"/>
      </dsp:txXfrm>
    </dsp:sp>
    <dsp:sp modelId="{E3628552-9EB7-40C2-BEC6-4E7B723C99DD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2B064-96C9-49B4-9D67-49C619E0618D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393E0-64E7-432F-A8DC-A18E68491E3E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 BDD with Cucumber </a:t>
          </a:r>
        </a:p>
      </dsp:txBody>
      <dsp:txXfrm>
        <a:off x="1058686" y="2293338"/>
        <a:ext cx="9456913" cy="916611"/>
      </dsp:txXfrm>
    </dsp:sp>
    <dsp:sp modelId="{7B87583D-A57F-4174-960D-5710159F1D69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C0733-0047-4C6B-8795-FD8180827EA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A8193-4ED9-4DD5-9C3E-BAA983B7E751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Scalable &amp; Maintainable </a:t>
          </a:r>
        </a:p>
      </dsp:txBody>
      <dsp:txXfrm>
        <a:off x="1058686" y="3439103"/>
        <a:ext cx="9456913" cy="916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6517F-3B0E-4998-9FA4-9B6939FED032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6F229-F5E2-40B8-9356-B64E3C17D636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Java </a:t>
          </a:r>
        </a:p>
      </dsp:txBody>
      <dsp:txXfrm>
        <a:off x="0" y="675"/>
        <a:ext cx="6291714" cy="789912"/>
      </dsp:txXfrm>
    </dsp:sp>
    <dsp:sp modelId="{A195D6B0-CB49-435E-9E25-25C99C24C123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AC457-729D-475C-907B-124044CAF98C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REST Assured </a:t>
          </a:r>
        </a:p>
      </dsp:txBody>
      <dsp:txXfrm>
        <a:off x="0" y="790587"/>
        <a:ext cx="6291714" cy="789912"/>
      </dsp:txXfrm>
    </dsp:sp>
    <dsp:sp modelId="{CB8C099C-F12D-41A8-B1D1-F7EEEF9396C5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8A340-3562-4832-840C-BCAFB1B7575B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Cucumber (BDD) </a:t>
          </a:r>
        </a:p>
      </dsp:txBody>
      <dsp:txXfrm>
        <a:off x="0" y="1580499"/>
        <a:ext cx="6291714" cy="789912"/>
      </dsp:txXfrm>
    </dsp:sp>
    <dsp:sp modelId="{E5850B2C-DAF9-4C5D-8492-701F5AA71983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CD341-8BB1-4133-897B-DA1F82D61B22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Maven </a:t>
          </a:r>
        </a:p>
      </dsp:txBody>
      <dsp:txXfrm>
        <a:off x="0" y="2370411"/>
        <a:ext cx="6291714" cy="789912"/>
      </dsp:txXfrm>
    </dsp:sp>
    <dsp:sp modelId="{052E9BFA-2841-4203-A823-72087000E346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B4935-A590-4C6B-B62A-ACE6A06E3043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Postman </a:t>
          </a:r>
        </a:p>
      </dsp:txBody>
      <dsp:txXfrm>
        <a:off x="0" y="3160323"/>
        <a:ext cx="6291714" cy="789912"/>
      </dsp:txXfrm>
    </dsp:sp>
    <dsp:sp modelId="{ED47DCB6-A6BE-4F91-8491-40C59E5E9164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E302D-DE4E-4224-8805-407B616F1ADD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Log4J </a:t>
          </a:r>
        </a:p>
      </dsp:txBody>
      <dsp:txXfrm>
        <a:off x="0" y="3950235"/>
        <a:ext cx="6291714" cy="789912"/>
      </dsp:txXfrm>
    </dsp:sp>
    <dsp:sp modelId="{1608824E-096D-4D67-A841-F79F625BEDE4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311988-1A75-4E0C-B0D1-EF624C5B28D4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Git</a:t>
          </a:r>
        </a:p>
      </dsp:txBody>
      <dsp:txXfrm>
        <a:off x="0" y="4740147"/>
        <a:ext cx="6291714" cy="789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28F5F-0819-47DA-8F58-F637EB2F662B}">
      <dsp:nvSpPr>
        <dsp:cNvPr id="0" name=""/>
        <dsp:cNvSpPr/>
      </dsp:nvSpPr>
      <dsp:spPr>
        <a:xfrm>
          <a:off x="0" y="1783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731AF-6242-4345-8628-58C8F7A81FE4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665BE-D1C6-46D7-97B5-F37EA7FF001B}">
      <dsp:nvSpPr>
        <dsp:cNvPr id="0" name=""/>
        <dsp:cNvSpPr/>
      </dsp:nvSpPr>
      <dsp:spPr>
        <a:xfrm>
          <a:off x="877842" y="1783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Dynamic test data generation </a:t>
          </a:r>
        </a:p>
      </dsp:txBody>
      <dsp:txXfrm>
        <a:off x="877842" y="1783"/>
        <a:ext cx="5486381" cy="760036"/>
      </dsp:txXfrm>
    </dsp:sp>
    <dsp:sp modelId="{76A0ACE1-1484-42D9-BD13-3329A97FD952}">
      <dsp:nvSpPr>
        <dsp:cNvPr id="0" name=""/>
        <dsp:cNvSpPr/>
      </dsp:nvSpPr>
      <dsp:spPr>
        <a:xfrm>
          <a:off x="0" y="951829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83F1F-FD7F-4F12-8D82-60E04AF74D52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FD4AA-32F9-442D-8126-770DB6EC91A8}">
      <dsp:nvSpPr>
        <dsp:cNvPr id="0" name=""/>
        <dsp:cNvSpPr/>
      </dsp:nvSpPr>
      <dsp:spPr>
        <a:xfrm>
          <a:off x="877842" y="951829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API chaining (data flow across requests) </a:t>
          </a:r>
        </a:p>
      </dsp:txBody>
      <dsp:txXfrm>
        <a:off x="877842" y="951829"/>
        <a:ext cx="5486381" cy="760036"/>
      </dsp:txXfrm>
    </dsp:sp>
    <dsp:sp modelId="{EDF8B3D2-1A9B-45DB-B705-C8857128C85B}">
      <dsp:nvSpPr>
        <dsp:cNvPr id="0" name=""/>
        <dsp:cNvSpPr/>
      </dsp:nvSpPr>
      <dsp:spPr>
        <a:xfrm>
          <a:off x="0" y="1901874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C4EAF-B215-440C-AF17-E48346D9D521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9EE36-2518-4C46-9F2D-781EB2518FC2}">
      <dsp:nvSpPr>
        <dsp:cNvPr id="0" name=""/>
        <dsp:cNvSpPr/>
      </dsp:nvSpPr>
      <dsp:spPr>
        <a:xfrm>
          <a:off x="877842" y="1901874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Reusable request builder </a:t>
          </a:r>
        </a:p>
      </dsp:txBody>
      <dsp:txXfrm>
        <a:off x="877842" y="1901874"/>
        <a:ext cx="5486381" cy="760036"/>
      </dsp:txXfrm>
    </dsp:sp>
    <dsp:sp modelId="{B76FB680-3D9A-4DD3-8082-4A5EF9F8D083}">
      <dsp:nvSpPr>
        <dsp:cNvPr id="0" name=""/>
        <dsp:cNvSpPr/>
      </dsp:nvSpPr>
      <dsp:spPr>
        <a:xfrm>
          <a:off x="0" y="2851920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B5A22F-ABFC-4DF9-8B28-7BB95E2E9645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A00962-374E-400B-9AEB-7188303131E6}">
      <dsp:nvSpPr>
        <dsp:cNvPr id="0" name=""/>
        <dsp:cNvSpPr/>
      </dsp:nvSpPr>
      <dsp:spPr>
        <a:xfrm>
          <a:off x="877842" y="2851920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BDD-based test scenarios </a:t>
          </a:r>
        </a:p>
      </dsp:txBody>
      <dsp:txXfrm>
        <a:off x="877842" y="2851920"/>
        <a:ext cx="5486381" cy="760036"/>
      </dsp:txXfrm>
    </dsp:sp>
    <dsp:sp modelId="{6C9D5C08-6F9E-4D26-9929-5DD6D420B0E8}">
      <dsp:nvSpPr>
        <dsp:cNvPr id="0" name=""/>
        <dsp:cNvSpPr/>
      </dsp:nvSpPr>
      <dsp:spPr>
        <a:xfrm>
          <a:off x="0" y="3801966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14FF35-8A24-48CE-A746-57F6CBEE3FD3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5B219-01B8-49E4-88A0-A20E30172168}">
      <dsp:nvSpPr>
        <dsp:cNvPr id="0" name=""/>
        <dsp:cNvSpPr/>
      </dsp:nvSpPr>
      <dsp:spPr>
        <a:xfrm>
          <a:off x="877842" y="3801966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Assertion-based validations </a:t>
          </a:r>
        </a:p>
      </dsp:txBody>
      <dsp:txXfrm>
        <a:off x="877842" y="3801966"/>
        <a:ext cx="5486381" cy="760036"/>
      </dsp:txXfrm>
    </dsp:sp>
    <dsp:sp modelId="{78FD63FC-D9EF-42BB-87DE-EC92CB8EA732}">
      <dsp:nvSpPr>
        <dsp:cNvPr id="0" name=""/>
        <dsp:cNvSpPr/>
      </dsp:nvSpPr>
      <dsp:spPr>
        <a:xfrm>
          <a:off x="0" y="4752011"/>
          <a:ext cx="6364224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30915-AED7-4748-9095-43EB960F18BC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4608C-BB14-421D-8C80-5940D95ACD70}">
      <dsp:nvSpPr>
        <dsp:cNvPr id="0" name=""/>
        <dsp:cNvSpPr/>
      </dsp:nvSpPr>
      <dsp:spPr>
        <a:xfrm>
          <a:off x="877842" y="4752011"/>
          <a:ext cx="5486381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HTML report generation</a:t>
          </a:r>
        </a:p>
      </dsp:txBody>
      <dsp:txXfrm>
        <a:off x="877842" y="4752011"/>
        <a:ext cx="5486381" cy="7600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A4DA1-1BEE-4FFC-9DC1-9CF01E829EAC}">
      <dsp:nvSpPr>
        <dsp:cNvPr id="0" name=""/>
        <dsp:cNvSpPr/>
      </dsp:nvSpPr>
      <dsp:spPr>
        <a:xfrm>
          <a:off x="0" y="502"/>
          <a:ext cx="67135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1D594-165E-442C-970E-B7A4DB9B6051}">
      <dsp:nvSpPr>
        <dsp:cNvPr id="0" name=""/>
        <dsp:cNvSpPr/>
      </dsp:nvSpPr>
      <dsp:spPr>
        <a:xfrm>
          <a:off x="0" y="502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base</a:t>
          </a:r>
          <a:r>
            <a:rPr lang="en-US" sz="2100" kern="1200"/>
            <a:t> → Setup &amp; configuration </a:t>
          </a:r>
        </a:p>
      </dsp:txBody>
      <dsp:txXfrm>
        <a:off x="0" y="502"/>
        <a:ext cx="6713552" cy="457574"/>
      </dsp:txXfrm>
    </dsp:sp>
    <dsp:sp modelId="{1DD14C7C-2F7F-4BCC-9A39-6DC839E4F0C3}">
      <dsp:nvSpPr>
        <dsp:cNvPr id="0" name=""/>
        <dsp:cNvSpPr/>
      </dsp:nvSpPr>
      <dsp:spPr>
        <a:xfrm>
          <a:off x="0" y="458076"/>
          <a:ext cx="6713552" cy="0"/>
        </a:xfrm>
        <a:prstGeom prst="line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accent2">
              <a:hueOff val="805452"/>
              <a:satOff val="-2312"/>
              <a:lumOff val="-3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4012E-A264-4E5A-A382-8445CCE075A1}">
      <dsp:nvSpPr>
        <dsp:cNvPr id="0" name=""/>
        <dsp:cNvSpPr/>
      </dsp:nvSpPr>
      <dsp:spPr>
        <a:xfrm>
          <a:off x="0" y="458076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hooks</a:t>
          </a:r>
          <a:r>
            <a:rPr lang="en-US" sz="2100" kern="1200"/>
            <a:t> → Pre/Post execution </a:t>
          </a:r>
        </a:p>
      </dsp:txBody>
      <dsp:txXfrm>
        <a:off x="0" y="458076"/>
        <a:ext cx="6713552" cy="457574"/>
      </dsp:txXfrm>
    </dsp:sp>
    <dsp:sp modelId="{DFE36B47-1A4C-4E6E-9D04-9E8CC6368354}">
      <dsp:nvSpPr>
        <dsp:cNvPr id="0" name=""/>
        <dsp:cNvSpPr/>
      </dsp:nvSpPr>
      <dsp:spPr>
        <a:xfrm>
          <a:off x="0" y="915650"/>
          <a:ext cx="6713552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8B0DD-F436-4F8B-8938-4A51E709EE08}">
      <dsp:nvSpPr>
        <dsp:cNvPr id="0" name=""/>
        <dsp:cNvSpPr/>
      </dsp:nvSpPr>
      <dsp:spPr>
        <a:xfrm>
          <a:off x="0" y="915650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runners</a:t>
          </a:r>
          <a:r>
            <a:rPr lang="en-US" sz="2100" kern="1200"/>
            <a:t> → Test execution entry </a:t>
          </a:r>
        </a:p>
      </dsp:txBody>
      <dsp:txXfrm>
        <a:off x="0" y="915650"/>
        <a:ext cx="6713552" cy="457574"/>
      </dsp:txXfrm>
    </dsp:sp>
    <dsp:sp modelId="{7C4FEFCC-253E-42F4-8D50-58D9F3066F96}">
      <dsp:nvSpPr>
        <dsp:cNvPr id="0" name=""/>
        <dsp:cNvSpPr/>
      </dsp:nvSpPr>
      <dsp:spPr>
        <a:xfrm>
          <a:off x="0" y="1373224"/>
          <a:ext cx="6713552" cy="0"/>
        </a:xfrm>
        <a:prstGeom prst="line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accent2">
              <a:hueOff val="2416355"/>
              <a:satOff val="-6935"/>
              <a:lumOff val="-111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4A378-C1D5-4FE2-9D0D-F7ABC8F7F9BD}">
      <dsp:nvSpPr>
        <dsp:cNvPr id="0" name=""/>
        <dsp:cNvSpPr/>
      </dsp:nvSpPr>
      <dsp:spPr>
        <a:xfrm>
          <a:off x="0" y="1373224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err="1"/>
            <a:t>stepDefinitions</a:t>
          </a:r>
          <a:r>
            <a:rPr lang="en-US" sz="2100" kern="1200"/>
            <a:t> → Test logic implementation </a:t>
          </a:r>
        </a:p>
      </dsp:txBody>
      <dsp:txXfrm>
        <a:off x="0" y="1373224"/>
        <a:ext cx="6713552" cy="457574"/>
      </dsp:txXfrm>
    </dsp:sp>
    <dsp:sp modelId="{E4FFDDCD-62C5-4D2B-B552-11CBD745D96A}">
      <dsp:nvSpPr>
        <dsp:cNvPr id="0" name=""/>
        <dsp:cNvSpPr/>
      </dsp:nvSpPr>
      <dsp:spPr>
        <a:xfrm>
          <a:off x="0" y="1830798"/>
          <a:ext cx="6713552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BFBF1-2BC8-4D33-AC36-AE53DC7CCBE1}">
      <dsp:nvSpPr>
        <dsp:cNvPr id="0" name=""/>
        <dsp:cNvSpPr/>
      </dsp:nvSpPr>
      <dsp:spPr>
        <a:xfrm>
          <a:off x="0" y="1830798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utils</a:t>
          </a:r>
          <a:r>
            <a:rPr lang="en-US" sz="2100" kern="1200"/>
            <a:t> → Reusable methods </a:t>
          </a:r>
        </a:p>
      </dsp:txBody>
      <dsp:txXfrm>
        <a:off x="0" y="1830798"/>
        <a:ext cx="6713552" cy="457574"/>
      </dsp:txXfrm>
    </dsp:sp>
    <dsp:sp modelId="{ABB5E8DC-5434-48D6-A49F-9E385E00342F}">
      <dsp:nvSpPr>
        <dsp:cNvPr id="0" name=""/>
        <dsp:cNvSpPr/>
      </dsp:nvSpPr>
      <dsp:spPr>
        <a:xfrm>
          <a:off x="0" y="2288373"/>
          <a:ext cx="6713552" cy="0"/>
        </a:xfrm>
        <a:prstGeom prst="line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accent2">
              <a:hueOff val="4027259"/>
              <a:satOff val="-11558"/>
              <a:lumOff val="-185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8D99A-7EF0-4FFA-823F-48BA72B3C614}">
      <dsp:nvSpPr>
        <dsp:cNvPr id="0" name=""/>
        <dsp:cNvSpPr/>
      </dsp:nvSpPr>
      <dsp:spPr>
        <a:xfrm>
          <a:off x="0" y="2288373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err="1"/>
            <a:t>pojo</a:t>
          </a:r>
          <a:r>
            <a:rPr lang="en-US" sz="2100" kern="1200"/>
            <a:t> → Data models </a:t>
          </a:r>
        </a:p>
      </dsp:txBody>
      <dsp:txXfrm>
        <a:off x="0" y="2288373"/>
        <a:ext cx="6713552" cy="457574"/>
      </dsp:txXfrm>
    </dsp:sp>
    <dsp:sp modelId="{17F4CE38-52AF-4A31-ADF5-010D0E3BCD5E}">
      <dsp:nvSpPr>
        <dsp:cNvPr id="0" name=""/>
        <dsp:cNvSpPr/>
      </dsp:nvSpPr>
      <dsp:spPr>
        <a:xfrm>
          <a:off x="0" y="2745947"/>
          <a:ext cx="6713552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E65CD-BF05-40BD-B10F-319196D31C6B}">
      <dsp:nvSpPr>
        <dsp:cNvPr id="0" name=""/>
        <dsp:cNvSpPr/>
      </dsp:nvSpPr>
      <dsp:spPr>
        <a:xfrm>
          <a:off x="0" y="2745947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features</a:t>
          </a:r>
          <a:r>
            <a:rPr lang="en-US" sz="2100" kern="1200"/>
            <a:t> → BDD test scenarios </a:t>
          </a:r>
        </a:p>
      </dsp:txBody>
      <dsp:txXfrm>
        <a:off x="0" y="2745947"/>
        <a:ext cx="6713552" cy="457574"/>
      </dsp:txXfrm>
    </dsp:sp>
    <dsp:sp modelId="{A0D32BA8-6FB8-41C3-8568-8E349A06FFF3}">
      <dsp:nvSpPr>
        <dsp:cNvPr id="0" name=""/>
        <dsp:cNvSpPr/>
      </dsp:nvSpPr>
      <dsp:spPr>
        <a:xfrm>
          <a:off x="0" y="3203521"/>
          <a:ext cx="6713552" cy="0"/>
        </a:xfrm>
        <a:prstGeom prst="line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accent2">
              <a:hueOff val="5638162"/>
              <a:satOff val="-16181"/>
              <a:lumOff val="-259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8A133-D087-40C1-B7F2-E35742E8B025}">
      <dsp:nvSpPr>
        <dsp:cNvPr id="0" name=""/>
        <dsp:cNvSpPr/>
      </dsp:nvSpPr>
      <dsp:spPr>
        <a:xfrm>
          <a:off x="0" y="3203521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config</a:t>
          </a:r>
          <a:r>
            <a:rPr lang="en-US" sz="2100" kern="1200"/>
            <a:t> → Environment settings </a:t>
          </a:r>
        </a:p>
      </dsp:txBody>
      <dsp:txXfrm>
        <a:off x="0" y="3203521"/>
        <a:ext cx="6713552" cy="457574"/>
      </dsp:txXfrm>
    </dsp:sp>
    <dsp:sp modelId="{307D5AF2-5008-42A0-ABFE-FECB61145F6F}">
      <dsp:nvSpPr>
        <dsp:cNvPr id="0" name=""/>
        <dsp:cNvSpPr/>
      </dsp:nvSpPr>
      <dsp:spPr>
        <a:xfrm>
          <a:off x="0" y="3661095"/>
          <a:ext cx="671355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AC5D6-38F6-4E3B-BA7B-C5BD8EF2AC9B}">
      <dsp:nvSpPr>
        <dsp:cNvPr id="0" name=""/>
        <dsp:cNvSpPr/>
      </dsp:nvSpPr>
      <dsp:spPr>
        <a:xfrm>
          <a:off x="0" y="3661095"/>
          <a:ext cx="6713552" cy="457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log4j</a:t>
          </a:r>
          <a:r>
            <a:rPr lang="en-US" sz="2100" kern="1200"/>
            <a:t> → Logging</a:t>
          </a:r>
        </a:p>
      </dsp:txBody>
      <dsp:txXfrm>
        <a:off x="0" y="3661095"/>
        <a:ext cx="6713552" cy="457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51827-D569-4479-A32E-97772817B18A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61A0D0-4C45-4B2A-999C-38FE79EED17D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Successfully automated multiple API scenarios </a:t>
          </a:r>
        </a:p>
      </dsp:txBody>
      <dsp:txXfrm>
        <a:off x="0" y="2663"/>
        <a:ext cx="6666833" cy="1816197"/>
      </dsp:txXfrm>
    </dsp:sp>
    <dsp:sp modelId="{2B01FCA2-E336-4D96-9F45-A947DB1C06C9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B37393-701B-4975-8EFA-B2458CCFE0CB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Achieved stable and consistent execution </a:t>
          </a:r>
        </a:p>
      </dsp:txBody>
      <dsp:txXfrm>
        <a:off x="0" y="1818861"/>
        <a:ext cx="6666833" cy="1816197"/>
      </dsp:txXfrm>
    </dsp:sp>
    <dsp:sp modelId="{6D11C3C3-0BB3-4B1E-88D5-55E199592433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0096C0-D5A9-45E6-AD19-62C20CECAE4E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Improved efficiency compared to manual testing</a:t>
          </a:r>
        </a:p>
      </dsp:txBody>
      <dsp:txXfrm>
        <a:off x="0" y="3635058"/>
        <a:ext cx="6666833" cy="18161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9B416-5384-46DC-96C8-28EF9F2BE555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CE6EFA-7FD8-4F97-BDDE-54070140919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2902F-603C-46F7-B8FA-2A552C47DF53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Built a scalable automation framework </a:t>
          </a:r>
        </a:p>
      </dsp:txBody>
      <dsp:txXfrm>
        <a:off x="1339618" y="2288"/>
        <a:ext cx="5024605" cy="1159843"/>
      </dsp:txXfrm>
    </dsp:sp>
    <dsp:sp modelId="{B9343A46-65CE-43E3-90F5-B6502B8B64D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48AED-BE6D-4938-BF1B-27C931B34AEF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EFF7F-8EBB-4B82-A254-B37B9896A39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Implemented real-world API testing </a:t>
          </a:r>
        </a:p>
      </dsp:txBody>
      <dsp:txXfrm>
        <a:off x="1339618" y="1452092"/>
        <a:ext cx="5024605" cy="1159843"/>
      </dsp:txXfrm>
    </dsp:sp>
    <dsp:sp modelId="{93180977-A288-4362-B6C3-43AA5A50C7FB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19739-8F9E-41DE-ACDF-6F0F1402BF7B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E23C9-7889-422D-8F4B-DCDB0DDF488E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debugging and problem-solving skills </a:t>
          </a:r>
        </a:p>
      </dsp:txBody>
      <dsp:txXfrm>
        <a:off x="1339618" y="2901896"/>
        <a:ext cx="5024605" cy="1159843"/>
      </dsp:txXfrm>
    </dsp:sp>
    <dsp:sp modelId="{8A78809A-31C0-4039-B1B7-502FED6EBFE9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E67EC-7982-4D6F-9166-937312E2F6A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62C54-1AE7-4E48-A65A-341F8864B1A2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Gained hands-on experience with automation tools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1A8D5-9CB3-4A22-90B4-94120A282B0F}" type="datetimeFigureOut">
              <a:t>29-Apr-26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16955-D417-408A-868C-62E024E760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3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Reusable Framework - Build a modular, extensible architecture that can be applied across projects.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Automate REST API Testing - Replace manual validation with programmatic, repeatable API test scenarios.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Implement BDD with Cucumber - Write human-readable feature files that bridge business and technical stakeholders.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Scalable &amp; Maintainable - Design for growth — easy to extend as new endpoints and modules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16955-D417-408A-868C-62E024E760F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01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Reusable Framework</a:t>
            </a:r>
          </a:p>
          <a:p>
            <a:r>
              <a:rPr lang="en-US"/>
              <a:t>Build a modular, extensible architecture that can be applied across projects.</a:t>
            </a:r>
          </a:p>
          <a:p>
            <a:r>
              <a:rPr lang="en-US"/>
              <a:t>Automate REST API Testing</a:t>
            </a:r>
          </a:p>
          <a:p>
            <a:r>
              <a:rPr lang="en-US"/>
              <a:t>Replace manual validation with programmatic, repeatable API test scenarios.</a:t>
            </a:r>
          </a:p>
          <a:p>
            <a:r>
              <a:rPr lang="en-US"/>
              <a:t>Implement BDD with Cucumber</a:t>
            </a:r>
          </a:p>
          <a:p>
            <a:r>
              <a:rPr lang="en-US"/>
              <a:t>Write human-readable feature files that bridge business and technical stakeholders.</a:t>
            </a:r>
          </a:p>
          <a:p>
            <a:r>
              <a:rPr lang="en-US"/>
              <a:t>Scalable &amp; Maintainable</a:t>
            </a:r>
          </a:p>
          <a:p>
            <a:r>
              <a:rPr lang="en-US"/>
              <a:t>Design for growth — easy to extend as new endpoints and modules are added.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Technology Stack</a:t>
            </a:r>
          </a:p>
          <a:p>
            <a:r>
              <a:rPr lang="en-US"/>
              <a:t>Java</a:t>
            </a:r>
          </a:p>
          <a:p>
            <a:r>
              <a:rPr lang="en-US"/>
              <a:t>Core language for test logic and framework structure.</a:t>
            </a:r>
          </a:p>
          <a:p>
            <a:r>
              <a:rPr lang="en-US"/>
              <a:t>REST Assured</a:t>
            </a:r>
          </a:p>
          <a:p>
            <a:r>
              <a:rPr lang="en-US"/>
              <a:t>DSL for testing and validating RESTful web services.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Cucumber (BDD)</a:t>
            </a:r>
          </a:p>
          <a:p>
            <a:r>
              <a:rPr lang="en-US"/>
              <a:t>Translates Gherkin feature files into executable test steps.</a:t>
            </a:r>
          </a:p>
          <a:p>
            <a:r>
              <a:rPr lang="en-US"/>
              <a:t>Maven</a:t>
            </a:r>
          </a:p>
          <a:p>
            <a:r>
              <a:rPr lang="en-US"/>
              <a:t>Manages dependencies and orchestrates the build lifecycle.</a:t>
            </a:r>
          </a:p>
          <a:p>
            <a:r>
              <a:rPr lang="en-US"/>
              <a:t>Postman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Used for API exploration and initial request validation.</a:t>
            </a:r>
          </a:p>
          <a:p>
            <a:r>
              <a:rPr lang="en-US"/>
              <a:t>Git &amp; Log4J</a:t>
            </a:r>
          </a:p>
          <a:p>
            <a:r>
              <a:rPr lang="en-US"/>
              <a:t>Version control for collaboration; Log4J for structured test logging.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16955-D417-408A-868C-62E024E760F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26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etstore.swagger.io/v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API Test Automation Framework</a:t>
            </a:r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630935" y="2660904"/>
            <a:ext cx="5179929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A robust, scalable framework for REST API testing built with Java, REST Assured, Cucumber, and Maven — designed to eliminate manual effort and deliver reliable, repeatable test coverage.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r>
              <a:rPr lang="en-US" sz="2400" dirty="0"/>
              <a:t>Presented By: Rajashree Satapathy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89518-E20C-AA90-5C11-1FCDEF20A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842" y="640080"/>
            <a:ext cx="418338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4C845-9633-531F-1FCE-579F313E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800" y="2286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PROBLEM STATEMENT</a:t>
            </a:r>
            <a:endParaRPr lang="en-US" sz="4000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513C10AD-473A-5471-A17F-CA289E97C1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963416"/>
              </p:ext>
            </p:extLst>
          </p:nvPr>
        </p:nvGraphicFramePr>
        <p:xfrm>
          <a:off x="1425831" y="2165444"/>
          <a:ext cx="934013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80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492D0-DED2-4CB2-D807-53418B2F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OBJECTIVE</a:t>
            </a: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470602E-AACA-1044-190D-A5FE27D75C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21268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368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C2C38-A5FC-E69D-5B2C-21B3432C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TECH STACK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3158B4AC-CC5D-741B-489D-36F13E549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20069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976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C2A32-769C-018F-0CF0-DD7A5999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FEATURES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2B453D-2300-BAD7-B04D-4A8F6136A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62101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667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38ECA-AE13-93B6-5183-477A37A4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API Under Test: Swagger </a:t>
            </a:r>
            <a:r>
              <a:rPr lang="en-US" sz="5400" err="1"/>
              <a:t>Petstore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4A40-113F-920D-4215-B93F81FD2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0127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</a:t>
            </a:r>
            <a:r>
              <a:rPr lang="en-US" b="1">
                <a:ea typeface="+mn-lt"/>
                <a:cs typeface="+mn-lt"/>
              </a:rPr>
              <a:t>Swagger </a:t>
            </a:r>
            <a:r>
              <a:rPr lang="en-US" b="1" err="1">
                <a:ea typeface="+mn-lt"/>
                <a:cs typeface="+mn-lt"/>
              </a:rPr>
              <a:t>Petstore</a:t>
            </a:r>
            <a:r>
              <a:rPr lang="en-US" b="1">
                <a:ea typeface="+mn-lt"/>
                <a:cs typeface="+mn-lt"/>
              </a:rPr>
              <a:t> API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>
                <a:latin typeface="Consolas"/>
                <a:hlinkClick r:id="rId2"/>
              </a:rPr>
              <a:t>https://petstore.swagger.io/v2</a:t>
            </a:r>
            <a:r>
              <a:rPr lang="en-US">
                <a:ea typeface="+mn-lt"/>
                <a:cs typeface="+mn-lt"/>
              </a:rPr>
              <a:t>) is a publicly available REST API used as the test target.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It exposes three core modules: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🐾 Pet - Create</a:t>
            </a:r>
            <a:r>
              <a:rPr lang="en-US" sz="2800">
                <a:ea typeface="+mn-lt"/>
                <a:cs typeface="+mn-lt"/>
              </a:rPr>
              <a:t>, update, retrieve, and delete pet records.</a:t>
            </a:r>
            <a:endParaRPr lang="en-US" sz="2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🏪 Store - Manage</a:t>
            </a:r>
            <a:r>
              <a:rPr lang="en-US" sz="2800">
                <a:ea typeface="+mn-lt"/>
                <a:cs typeface="+mn-lt"/>
              </a:rPr>
              <a:t> inventory, place orders, and track status.</a:t>
            </a:r>
            <a:endParaRPr lang="en-US" sz="2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👤 User - </a:t>
            </a:r>
            <a:r>
              <a:rPr lang="en-US" sz="2800">
                <a:ea typeface="+mn-lt"/>
                <a:cs typeface="+mn-lt"/>
              </a:rPr>
              <a:t>Handle user registration, login, and profile management.</a:t>
            </a:r>
            <a:endParaRPr lang="en-US" sz="28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03879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AFA9B-42C4-C044-57D3-27055CF4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FRAMEWORK ARCHITECTURE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0861EA-816C-540F-E908-E33EA3723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9120"/>
            <a:ext cx="10515600" cy="3964347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8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A3907-BC17-7DD7-84AD-036E975E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PROJECT STRUCTURE</a:t>
            </a:r>
            <a:endParaRPr lang="en-US" sz="540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23D188E-BD51-D053-AF32-78093288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92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4E46541-C2B4-12F3-6732-B40CCAC1B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81077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6836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A7373-3B55-0C94-0999-6910D578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Test Cases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4D3E48B-D287-E54F-A476-EDC1E07D4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/>
              <a:t>Pet Lifecycle (CRUD)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Create → Retrieve → Update → Delete → Validate deletion in a single end-to-end flow.</a:t>
            </a:r>
            <a:endParaRPr lang="en-US" sz="1900"/>
          </a:p>
          <a:p>
            <a:r>
              <a:rPr lang="en-US" sz="1900" b="1"/>
              <a:t>Inventory Validation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Assert that inventory counts accurately reflect the number of available pets in the store.</a:t>
            </a:r>
            <a:endParaRPr lang="en-US" sz="1900"/>
          </a:p>
          <a:p>
            <a:r>
              <a:rPr lang="en-US" sz="1900" b="1"/>
              <a:t>User Negative Testing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Cover edge cases: invalid email formats, non-existent users, and failed login attempts.</a:t>
            </a:r>
            <a:endParaRPr lang="en-US" sz="1900"/>
          </a:p>
          <a:p>
            <a:r>
              <a:rPr lang="en-US" sz="1900" b="1"/>
              <a:t>Cross-Endpoint Validation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Update a pet's status and verify the change propagates correctly to the sold listings.</a:t>
            </a:r>
            <a:endParaRPr lang="en-US" sz="1900"/>
          </a:p>
          <a:p>
            <a:endParaRPr lang="en-US" sz="190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1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DC3C4-4541-665A-0A6F-08C8EFBF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1EC1F-1E4E-7AA7-98A3-B6ABA1700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768" y="2907087"/>
            <a:ext cx="10913144" cy="341178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/>
              <a:t>Dynamic Data Across Calls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Resource IDs generated at runtime were stored and passed between steps using Cucumber's shared context.</a:t>
            </a:r>
            <a:endParaRPr lang="en-US" sz="2000"/>
          </a:p>
          <a:p>
            <a:r>
              <a:rPr lang="en-US" sz="2000" b="1"/>
              <a:t>Integer Overflow on Large IDs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Switched from </a:t>
            </a:r>
            <a:r>
              <a:rPr lang="en-US" sz="2000">
                <a:latin typeface="Consolas"/>
              </a:rPr>
              <a:t>int</a:t>
            </a:r>
            <a:r>
              <a:rPr lang="en-US" sz="2000">
                <a:ea typeface="+mn-lt"/>
                <a:cs typeface="+mn-lt"/>
              </a:rPr>
              <a:t> to </a:t>
            </a:r>
            <a:r>
              <a:rPr lang="en-US" sz="2000">
                <a:latin typeface="Consolas"/>
              </a:rPr>
              <a:t>long</a:t>
            </a:r>
            <a:r>
              <a:rPr lang="en-US" sz="2000">
                <a:ea typeface="+mn-lt"/>
                <a:cs typeface="+mn-lt"/>
              </a:rPr>
              <a:t> data types to safely handle large numeric identifiers.</a:t>
            </a:r>
            <a:endParaRPr lang="en-US" sz="2000"/>
          </a:p>
          <a:p>
            <a:r>
              <a:rPr lang="en-US" sz="2000" b="1"/>
              <a:t>Inconsistent API Responses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Added flexible JSON path assertions and tolerant schema validation to handle response variations.</a:t>
            </a:r>
            <a:endParaRPr lang="en-US" sz="2000"/>
          </a:p>
          <a:p>
            <a:r>
              <a:rPr lang="en-US" sz="2000" b="1"/>
              <a:t>Data Mismatch Across Endpoints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Implemented cross-reference validation steps to confirm data consistency between modules.</a:t>
            </a:r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94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AEE80-B457-85E2-9A35-B076D200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EXECUTION &amp; REPORTING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EDE2B-E723-DA04-6989-BDEF45BFE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Execution</a:t>
            </a:r>
          </a:p>
          <a:p>
            <a:r>
              <a:rPr lang="en-US" sz="2000">
                <a:ea typeface="+mn-lt"/>
                <a:cs typeface="+mn-lt"/>
              </a:rPr>
              <a:t>Command Used: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mvn clean test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Executes all test scenarios automatically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Generates Cucumber HTML report</a:t>
            </a:r>
            <a:endParaRPr lang="en-US" sz="2000"/>
          </a:p>
          <a:p>
            <a:endParaRPr lang="en-US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8C5CA-8193-AA23-F93D-7B1EDE881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Reports</a:t>
            </a:r>
          </a:p>
          <a:p>
            <a:r>
              <a:rPr lang="en-US" sz="2000">
                <a:ea typeface="+mn-lt"/>
                <a:cs typeface="+mn-lt"/>
              </a:rPr>
              <a:t>Scenario execution details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Step-by-step results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Pass/Fail status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Execution time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0809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1A8A3-213F-65B0-1C16-EAE98483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C22F47-4C88-3BA3-1EA4-41AB94845B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175925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562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4DAE18-C07E-CFEB-52FE-38A1DBF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>
                <a:ea typeface="+mj-lt"/>
                <a:cs typeface="+mj-lt"/>
              </a:rPr>
              <a:t>FUTURE ENHANCEMENTS</a:t>
            </a:r>
            <a:endParaRPr lang="en-US" sz="4200"/>
          </a:p>
        </p:txBody>
      </p:sp>
      <p:sp>
        <p:nvSpPr>
          <p:cNvPr id="2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E23A4-3367-98E3-670D-F6EEDDB5D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167" y="2872899"/>
            <a:ext cx="4906198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CI/CD integration (Jenkins)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Parallel test execution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Advanced reporting dashboards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External data-driven testing</a:t>
            </a:r>
            <a:endParaRPr lang="en-US"/>
          </a:p>
        </p:txBody>
      </p:sp>
      <p:pic>
        <p:nvPicPr>
          <p:cNvPr id="4" name="Picture 3" descr="A screenshot of a data dashboard&#10;&#10;AI-generated content may be incorrect.">
            <a:extLst>
              <a:ext uri="{FF2B5EF4-FFF2-40B4-BE49-F238E27FC236}">
                <a16:creationId xmlns:a16="http://schemas.microsoft.com/office/drawing/2014/main" id="{26D75ACD-89E4-6C8D-C84F-B0DB6176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4" r="3641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337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90855-D9D9-212E-22AC-6A45EC1B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CONCLUSION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85B5DA-D9B1-D7F5-A82D-B0E5208B85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60674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552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6CDF6-8A66-0F71-7C37-19AF70E9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8343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680</Words>
  <Application>Microsoft Office PowerPoint</Application>
  <PresentationFormat>Widescreen</PresentationFormat>
  <Paragraphs>121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API Test Automation Framework</vt:lpstr>
      <vt:lpstr>PROBLEM STATEMENT</vt:lpstr>
      <vt:lpstr>PROJECT OBJECTIVE</vt:lpstr>
      <vt:lpstr>TECH STACK</vt:lpstr>
      <vt:lpstr>KEY FEATURES</vt:lpstr>
      <vt:lpstr>API Under Test: Swagger Petstore</vt:lpstr>
      <vt:lpstr>FRAMEWORK ARCHITECTURE</vt:lpstr>
      <vt:lpstr>PROJECT STRUCTURE</vt:lpstr>
      <vt:lpstr>Test Cases</vt:lpstr>
      <vt:lpstr>CHALLENGES &amp; SOLUTIONS</vt:lpstr>
      <vt:lpstr>EXECUTION &amp; REPORTING</vt:lpstr>
      <vt:lpstr>RESULTS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Rajashree Satapathy</cp:lastModifiedBy>
  <cp:revision>3</cp:revision>
  <dcterms:created xsi:type="dcterms:W3CDTF">2026-04-29T08:44:30Z</dcterms:created>
  <dcterms:modified xsi:type="dcterms:W3CDTF">2026-04-29T09:50:20Z</dcterms:modified>
</cp:coreProperties>
</file>